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64" r:id="rId4"/>
    <p:sldId id="267" r:id="rId5"/>
    <p:sldId id="265" r:id="rId6"/>
    <p:sldId id="259" r:id="rId7"/>
    <p:sldId id="260" r:id="rId8"/>
    <p:sldId id="258" r:id="rId9"/>
    <p:sldId id="262" r:id="rId1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611F"/>
    <a:srgbClr val="F5E9D8"/>
    <a:srgbClr val="6962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87" d="100"/>
          <a:sy n="87" d="100"/>
        </p:scale>
        <p:origin x="52" y="1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46DCB-0FF9-4959-AF8F-8312E9F1A007}" type="datetimeFigureOut">
              <a:rPr lang="ru-RU" smtClean="0"/>
              <a:t>10.03.2026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B18F7E-A3FE-4B6C-98D2-EB0615981CB0}" type="slidenum">
              <a:rPr lang="ru-RU" smtClean="0"/>
              <a:t>‹#›</a:t>
            </a:fld>
            <a:endParaRPr lang="ru-RU"/>
          </a:p>
        </p:txBody>
      </p:sp>
    </p:spTree>
    <p:extLst>
      <p:ext uri="{BB962C8B-B14F-4D97-AF65-F5344CB8AC3E}">
        <p14:creationId xmlns:p14="http://schemas.microsoft.com/office/powerpoint/2010/main" val="2091680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AB18F7E-A3FE-4B6C-98D2-EB0615981CB0}" type="slidenum">
              <a:rPr lang="ru-RU" smtClean="0"/>
              <a:t>2</a:t>
            </a:fld>
            <a:endParaRPr lang="ru-RU"/>
          </a:p>
        </p:txBody>
      </p:sp>
    </p:spTree>
    <p:extLst>
      <p:ext uri="{BB962C8B-B14F-4D97-AF65-F5344CB8AC3E}">
        <p14:creationId xmlns:p14="http://schemas.microsoft.com/office/powerpoint/2010/main" val="3530555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884A2-3825-18FE-B1AB-CD6C5BDAF8D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BCFE63FD-C5E9-4313-4694-78FC612ACE16}"/>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B1F9B4F3-2B7E-F9AC-D0B7-16F15264F984}"/>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BB0ABC69-9449-D16F-26D0-272DFE5D42A8}"/>
              </a:ext>
            </a:extLst>
          </p:cNvPr>
          <p:cNvSpPr>
            <a:spLocks noGrp="1"/>
          </p:cNvSpPr>
          <p:nvPr>
            <p:ph type="sldNum" sz="quarter" idx="5"/>
          </p:nvPr>
        </p:nvSpPr>
        <p:spPr/>
        <p:txBody>
          <a:bodyPr/>
          <a:lstStyle/>
          <a:p>
            <a:fld id="{6AB18F7E-A3FE-4B6C-98D2-EB0615981CB0}" type="slidenum">
              <a:rPr lang="ru-RU" smtClean="0"/>
              <a:t>3</a:t>
            </a:fld>
            <a:endParaRPr lang="ru-RU"/>
          </a:p>
        </p:txBody>
      </p:sp>
    </p:spTree>
    <p:extLst>
      <p:ext uri="{BB962C8B-B14F-4D97-AF65-F5344CB8AC3E}">
        <p14:creationId xmlns:p14="http://schemas.microsoft.com/office/powerpoint/2010/main" val="3203986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A71B7-C2CF-1362-2514-288ED361FC22}"/>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297BB898-04BC-7300-E514-CFFF7C11AD9A}"/>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ED73AE11-B995-E87D-9822-087FEB3C6DEE}"/>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FE85ADC0-48B4-2536-0A04-4F8699F51718}"/>
              </a:ext>
            </a:extLst>
          </p:cNvPr>
          <p:cNvSpPr>
            <a:spLocks noGrp="1"/>
          </p:cNvSpPr>
          <p:nvPr>
            <p:ph type="sldNum" sz="quarter" idx="5"/>
          </p:nvPr>
        </p:nvSpPr>
        <p:spPr/>
        <p:txBody>
          <a:bodyPr/>
          <a:lstStyle/>
          <a:p>
            <a:fld id="{6AB18F7E-A3FE-4B6C-98D2-EB0615981CB0}" type="slidenum">
              <a:rPr lang="ru-RU" smtClean="0"/>
              <a:t>4</a:t>
            </a:fld>
            <a:endParaRPr lang="ru-RU"/>
          </a:p>
        </p:txBody>
      </p:sp>
    </p:spTree>
    <p:extLst>
      <p:ext uri="{BB962C8B-B14F-4D97-AF65-F5344CB8AC3E}">
        <p14:creationId xmlns:p14="http://schemas.microsoft.com/office/powerpoint/2010/main" val="1643513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DA45A-2537-E2CB-96C7-98F198BF4B2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8CEA08AA-3917-AFB9-268D-6E3546E854F8}"/>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2F4D6273-6674-A1F0-C267-E5EED1876E3B}"/>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58124571-4E7A-24A4-F8B9-0C09959C30DE}"/>
              </a:ext>
            </a:extLst>
          </p:cNvPr>
          <p:cNvSpPr>
            <a:spLocks noGrp="1"/>
          </p:cNvSpPr>
          <p:nvPr>
            <p:ph type="sldNum" sz="quarter" idx="5"/>
          </p:nvPr>
        </p:nvSpPr>
        <p:spPr/>
        <p:txBody>
          <a:bodyPr/>
          <a:lstStyle/>
          <a:p>
            <a:fld id="{6AB18F7E-A3FE-4B6C-98D2-EB0615981CB0}" type="slidenum">
              <a:rPr lang="ru-RU" smtClean="0"/>
              <a:t>5</a:t>
            </a:fld>
            <a:endParaRPr lang="ru-RU"/>
          </a:p>
        </p:txBody>
      </p:sp>
    </p:spTree>
    <p:extLst>
      <p:ext uri="{BB962C8B-B14F-4D97-AF65-F5344CB8AC3E}">
        <p14:creationId xmlns:p14="http://schemas.microsoft.com/office/powerpoint/2010/main" val="2070742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6C9BA-336F-9862-4C1D-9C9F9028F4C5}"/>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0D4D929A-C268-EEBE-E076-CC7D4BD0B7D1}"/>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F0818F2D-2155-3447-6B6D-ADC59DAB7FE8}"/>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32340467-483A-2DF8-D08C-2BB34FEB3B93}"/>
              </a:ext>
            </a:extLst>
          </p:cNvPr>
          <p:cNvSpPr>
            <a:spLocks noGrp="1"/>
          </p:cNvSpPr>
          <p:nvPr>
            <p:ph type="sldNum" sz="quarter" idx="5"/>
          </p:nvPr>
        </p:nvSpPr>
        <p:spPr/>
        <p:txBody>
          <a:bodyPr/>
          <a:lstStyle/>
          <a:p>
            <a:fld id="{6AB18F7E-A3FE-4B6C-98D2-EB0615981CB0}" type="slidenum">
              <a:rPr lang="ru-RU" smtClean="0"/>
              <a:t>6</a:t>
            </a:fld>
            <a:endParaRPr lang="ru-RU"/>
          </a:p>
        </p:txBody>
      </p:sp>
    </p:spTree>
    <p:extLst>
      <p:ext uri="{BB962C8B-B14F-4D97-AF65-F5344CB8AC3E}">
        <p14:creationId xmlns:p14="http://schemas.microsoft.com/office/powerpoint/2010/main" val="3577732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05FE2-E80A-6CE4-5CC2-282B547C962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1296E9CE-3E67-B39C-A859-28D7E91A629D}"/>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149CFA4-D8D2-AA78-0E20-B8B0313A9B82}"/>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CA1E43AF-54C8-FB71-DAA3-27F28291C393}"/>
              </a:ext>
            </a:extLst>
          </p:cNvPr>
          <p:cNvSpPr>
            <a:spLocks noGrp="1"/>
          </p:cNvSpPr>
          <p:nvPr>
            <p:ph type="sldNum" sz="quarter" idx="5"/>
          </p:nvPr>
        </p:nvSpPr>
        <p:spPr/>
        <p:txBody>
          <a:bodyPr/>
          <a:lstStyle/>
          <a:p>
            <a:fld id="{6AB18F7E-A3FE-4B6C-98D2-EB0615981CB0}" type="slidenum">
              <a:rPr lang="ru-RU" smtClean="0"/>
              <a:t>7</a:t>
            </a:fld>
            <a:endParaRPr lang="ru-RU"/>
          </a:p>
        </p:txBody>
      </p:sp>
    </p:spTree>
    <p:extLst>
      <p:ext uri="{BB962C8B-B14F-4D97-AF65-F5344CB8AC3E}">
        <p14:creationId xmlns:p14="http://schemas.microsoft.com/office/powerpoint/2010/main" val="1773185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C04D7-272D-9288-1919-90491B19A4F9}"/>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43542741-064A-DB11-E636-71BDFEF3207B}"/>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07A514EF-54D4-92B1-2EAF-4BAC73D756C6}"/>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2604BF93-0C44-29E2-47E2-ED2743A78D8A}"/>
              </a:ext>
            </a:extLst>
          </p:cNvPr>
          <p:cNvSpPr>
            <a:spLocks noGrp="1"/>
          </p:cNvSpPr>
          <p:nvPr>
            <p:ph type="sldNum" sz="quarter" idx="5"/>
          </p:nvPr>
        </p:nvSpPr>
        <p:spPr/>
        <p:txBody>
          <a:bodyPr/>
          <a:lstStyle/>
          <a:p>
            <a:fld id="{6AB18F7E-A3FE-4B6C-98D2-EB0615981CB0}" type="slidenum">
              <a:rPr lang="ru-RU" smtClean="0"/>
              <a:t>8</a:t>
            </a:fld>
            <a:endParaRPr lang="ru-RU"/>
          </a:p>
        </p:txBody>
      </p:sp>
    </p:spTree>
    <p:extLst>
      <p:ext uri="{BB962C8B-B14F-4D97-AF65-F5344CB8AC3E}">
        <p14:creationId xmlns:p14="http://schemas.microsoft.com/office/powerpoint/2010/main" val="3092393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2D4089-2215-D5BE-F995-9FD7DCF1AE90}"/>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0C81CF10-BAFA-3856-F6D2-219B824F68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82E7D829-A8B8-93D8-8397-9A759223F54A}"/>
              </a:ext>
            </a:extLst>
          </p:cNvPr>
          <p:cNvSpPr>
            <a:spLocks noGrp="1"/>
          </p:cNvSpPr>
          <p:nvPr>
            <p:ph type="dt" sz="half" idx="10"/>
          </p:nvPr>
        </p:nvSpPr>
        <p:spPr/>
        <p:txBody>
          <a:bodyPr/>
          <a:lstStyle/>
          <a:p>
            <a:fld id="{2B319B33-CF60-4644-B492-9EC790EEA0E2}" type="datetimeFigureOut">
              <a:rPr lang="ru-RU" smtClean="0"/>
              <a:t>10.03.2026</a:t>
            </a:fld>
            <a:endParaRPr lang="ru-RU"/>
          </a:p>
        </p:txBody>
      </p:sp>
      <p:sp>
        <p:nvSpPr>
          <p:cNvPr id="5" name="Нижний колонтитул 4">
            <a:extLst>
              <a:ext uri="{FF2B5EF4-FFF2-40B4-BE49-F238E27FC236}">
                <a16:creationId xmlns:a16="http://schemas.microsoft.com/office/drawing/2014/main" id="{EAA42FF6-AE43-EF87-DF67-9CAADE38A70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67648BC-CAC1-6FC3-798F-7F527153FCE3}"/>
              </a:ext>
            </a:extLst>
          </p:cNvPr>
          <p:cNvSpPr>
            <a:spLocks noGrp="1"/>
          </p:cNvSpPr>
          <p:nvPr>
            <p:ph type="sldNum" sz="quarter" idx="12"/>
          </p:nvPr>
        </p:nvSpPr>
        <p:spPr/>
        <p:txBody>
          <a:bodyPr/>
          <a:lstStyle/>
          <a:p>
            <a:fld id="{349B642C-87B6-491B-A5BC-7813E0DDF118}" type="slidenum">
              <a:rPr lang="ru-RU" smtClean="0"/>
              <a:t>‹#›</a:t>
            </a:fld>
            <a:endParaRPr lang="ru-RU"/>
          </a:p>
        </p:txBody>
      </p:sp>
    </p:spTree>
    <p:extLst>
      <p:ext uri="{BB962C8B-B14F-4D97-AF65-F5344CB8AC3E}">
        <p14:creationId xmlns:p14="http://schemas.microsoft.com/office/powerpoint/2010/main" val="3401542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BC0C12-8FCD-0EFC-3CE0-2952877F1ED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39D961C4-BB66-EB5D-3553-AF00C970C626}"/>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B4A99B8-64EB-BC51-9EE1-A5E9F20BAE69}"/>
              </a:ext>
            </a:extLst>
          </p:cNvPr>
          <p:cNvSpPr>
            <a:spLocks noGrp="1"/>
          </p:cNvSpPr>
          <p:nvPr>
            <p:ph type="dt" sz="half" idx="10"/>
          </p:nvPr>
        </p:nvSpPr>
        <p:spPr/>
        <p:txBody>
          <a:bodyPr/>
          <a:lstStyle/>
          <a:p>
            <a:fld id="{2B319B33-CF60-4644-B492-9EC790EEA0E2}" type="datetimeFigureOut">
              <a:rPr lang="ru-RU" smtClean="0"/>
              <a:t>10.03.2026</a:t>
            </a:fld>
            <a:endParaRPr lang="ru-RU"/>
          </a:p>
        </p:txBody>
      </p:sp>
      <p:sp>
        <p:nvSpPr>
          <p:cNvPr id="5" name="Нижний колонтитул 4">
            <a:extLst>
              <a:ext uri="{FF2B5EF4-FFF2-40B4-BE49-F238E27FC236}">
                <a16:creationId xmlns:a16="http://schemas.microsoft.com/office/drawing/2014/main" id="{20B071EB-2AAA-1644-6C8E-9B788D6D30A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B1D64D1-3B4B-25EC-7349-468FF1E5F629}"/>
              </a:ext>
            </a:extLst>
          </p:cNvPr>
          <p:cNvSpPr>
            <a:spLocks noGrp="1"/>
          </p:cNvSpPr>
          <p:nvPr>
            <p:ph type="sldNum" sz="quarter" idx="12"/>
          </p:nvPr>
        </p:nvSpPr>
        <p:spPr/>
        <p:txBody>
          <a:bodyPr/>
          <a:lstStyle/>
          <a:p>
            <a:fld id="{349B642C-87B6-491B-A5BC-7813E0DDF118}" type="slidenum">
              <a:rPr lang="ru-RU" smtClean="0"/>
              <a:t>‹#›</a:t>
            </a:fld>
            <a:endParaRPr lang="ru-RU"/>
          </a:p>
        </p:txBody>
      </p:sp>
    </p:spTree>
    <p:extLst>
      <p:ext uri="{BB962C8B-B14F-4D97-AF65-F5344CB8AC3E}">
        <p14:creationId xmlns:p14="http://schemas.microsoft.com/office/powerpoint/2010/main" val="90573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87B0EBB-94E4-FAF9-427C-A929BB7351E4}"/>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CB2E3AD0-1CAD-9FBD-7200-9DC69C788C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C8089791-95AA-0237-E731-A0644097FE7E}"/>
              </a:ext>
            </a:extLst>
          </p:cNvPr>
          <p:cNvSpPr>
            <a:spLocks noGrp="1"/>
          </p:cNvSpPr>
          <p:nvPr>
            <p:ph type="dt" sz="half" idx="10"/>
          </p:nvPr>
        </p:nvSpPr>
        <p:spPr/>
        <p:txBody>
          <a:bodyPr/>
          <a:lstStyle/>
          <a:p>
            <a:fld id="{2B319B33-CF60-4644-B492-9EC790EEA0E2}" type="datetimeFigureOut">
              <a:rPr lang="ru-RU" smtClean="0"/>
              <a:t>10.03.2026</a:t>
            </a:fld>
            <a:endParaRPr lang="ru-RU"/>
          </a:p>
        </p:txBody>
      </p:sp>
      <p:sp>
        <p:nvSpPr>
          <p:cNvPr id="5" name="Нижний колонтитул 4">
            <a:extLst>
              <a:ext uri="{FF2B5EF4-FFF2-40B4-BE49-F238E27FC236}">
                <a16:creationId xmlns:a16="http://schemas.microsoft.com/office/drawing/2014/main" id="{E19685C0-604A-7B25-E116-117B421C87B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C0A1C53-AC43-AAEC-752F-996670DA2DD0}"/>
              </a:ext>
            </a:extLst>
          </p:cNvPr>
          <p:cNvSpPr>
            <a:spLocks noGrp="1"/>
          </p:cNvSpPr>
          <p:nvPr>
            <p:ph type="sldNum" sz="quarter" idx="12"/>
          </p:nvPr>
        </p:nvSpPr>
        <p:spPr/>
        <p:txBody>
          <a:bodyPr/>
          <a:lstStyle/>
          <a:p>
            <a:fld id="{349B642C-87B6-491B-A5BC-7813E0DDF118}" type="slidenum">
              <a:rPr lang="ru-RU" smtClean="0"/>
              <a:t>‹#›</a:t>
            </a:fld>
            <a:endParaRPr lang="ru-RU"/>
          </a:p>
        </p:txBody>
      </p:sp>
    </p:spTree>
    <p:extLst>
      <p:ext uri="{BB962C8B-B14F-4D97-AF65-F5344CB8AC3E}">
        <p14:creationId xmlns:p14="http://schemas.microsoft.com/office/powerpoint/2010/main" val="3365707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454283-3AF9-C15A-E669-3CDC79B3901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121D206E-8D3E-1C2C-0C4A-249EEB37AAFB}"/>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85087F57-97E1-012D-FDD4-41B08ACA11B0}"/>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381DFFAB-768A-60AF-9CB6-5DAD358DC915}"/>
              </a:ext>
            </a:extLst>
          </p:cNvPr>
          <p:cNvSpPr>
            <a:spLocks noGrp="1"/>
          </p:cNvSpPr>
          <p:nvPr>
            <p:ph type="dt" sz="half" idx="10"/>
          </p:nvPr>
        </p:nvSpPr>
        <p:spPr/>
        <p:txBody>
          <a:bodyPr/>
          <a:lstStyle/>
          <a:p>
            <a:fld id="{2B319B33-CF60-4644-B492-9EC790EEA0E2}" type="datetimeFigureOut">
              <a:rPr lang="ru-RU" smtClean="0"/>
              <a:t>10.03.2026</a:t>
            </a:fld>
            <a:endParaRPr lang="ru-RU"/>
          </a:p>
        </p:txBody>
      </p:sp>
      <p:sp>
        <p:nvSpPr>
          <p:cNvPr id="6" name="Нижний колонтитул 5">
            <a:extLst>
              <a:ext uri="{FF2B5EF4-FFF2-40B4-BE49-F238E27FC236}">
                <a16:creationId xmlns:a16="http://schemas.microsoft.com/office/drawing/2014/main" id="{D5210C76-BF4B-9684-53D1-C3D81E03D75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9FDCAE1-D3B3-D4ED-C1E6-C4EAB07EB900}"/>
              </a:ext>
            </a:extLst>
          </p:cNvPr>
          <p:cNvSpPr>
            <a:spLocks noGrp="1"/>
          </p:cNvSpPr>
          <p:nvPr>
            <p:ph type="sldNum" sz="quarter" idx="12"/>
          </p:nvPr>
        </p:nvSpPr>
        <p:spPr/>
        <p:txBody>
          <a:bodyPr/>
          <a:lstStyle/>
          <a:p>
            <a:fld id="{349B642C-87B6-491B-A5BC-7813E0DDF118}" type="slidenum">
              <a:rPr lang="ru-RU" smtClean="0"/>
              <a:t>‹#›</a:t>
            </a:fld>
            <a:endParaRPr lang="ru-RU"/>
          </a:p>
        </p:txBody>
      </p:sp>
    </p:spTree>
    <p:extLst>
      <p:ext uri="{BB962C8B-B14F-4D97-AF65-F5344CB8AC3E}">
        <p14:creationId xmlns:p14="http://schemas.microsoft.com/office/powerpoint/2010/main" val="3678925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9ACC61-DE7A-858A-67A1-CD2118CE5630}"/>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94D6BD3C-355D-8385-386E-36086F079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42C65EF-7D22-AA8C-0E2C-32CFD57D6921}"/>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C6243F24-068C-8359-D7D6-2388147B89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F47A625-6F55-1C06-0EEA-D5DB103F7B5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EBA38A2B-1D8B-3743-1B2F-2CEDD2ED43BE}"/>
              </a:ext>
            </a:extLst>
          </p:cNvPr>
          <p:cNvSpPr>
            <a:spLocks noGrp="1"/>
          </p:cNvSpPr>
          <p:nvPr>
            <p:ph type="dt" sz="half" idx="10"/>
          </p:nvPr>
        </p:nvSpPr>
        <p:spPr/>
        <p:txBody>
          <a:bodyPr/>
          <a:lstStyle/>
          <a:p>
            <a:fld id="{2B319B33-CF60-4644-B492-9EC790EEA0E2}" type="datetimeFigureOut">
              <a:rPr lang="ru-RU" smtClean="0"/>
              <a:t>10.03.2026</a:t>
            </a:fld>
            <a:endParaRPr lang="ru-RU"/>
          </a:p>
        </p:txBody>
      </p:sp>
      <p:sp>
        <p:nvSpPr>
          <p:cNvPr id="8" name="Нижний колонтитул 7">
            <a:extLst>
              <a:ext uri="{FF2B5EF4-FFF2-40B4-BE49-F238E27FC236}">
                <a16:creationId xmlns:a16="http://schemas.microsoft.com/office/drawing/2014/main" id="{43459F28-8A31-2ADE-73C2-F5FA1A7650FB}"/>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0AEB8554-6C85-895D-F951-86E93CCAE284}"/>
              </a:ext>
            </a:extLst>
          </p:cNvPr>
          <p:cNvSpPr>
            <a:spLocks noGrp="1"/>
          </p:cNvSpPr>
          <p:nvPr>
            <p:ph type="sldNum" sz="quarter" idx="12"/>
          </p:nvPr>
        </p:nvSpPr>
        <p:spPr/>
        <p:txBody>
          <a:bodyPr/>
          <a:lstStyle/>
          <a:p>
            <a:fld id="{349B642C-87B6-491B-A5BC-7813E0DDF118}" type="slidenum">
              <a:rPr lang="ru-RU" smtClean="0"/>
              <a:t>‹#›</a:t>
            </a:fld>
            <a:endParaRPr lang="ru-RU"/>
          </a:p>
        </p:txBody>
      </p:sp>
    </p:spTree>
    <p:extLst>
      <p:ext uri="{BB962C8B-B14F-4D97-AF65-F5344CB8AC3E}">
        <p14:creationId xmlns:p14="http://schemas.microsoft.com/office/powerpoint/2010/main" val="1151625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CD6FE3-BD18-BB46-1351-6BE5EF528D6C}"/>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A88FF3E6-F7D6-3D54-18AA-F29F648C7EF2}"/>
              </a:ext>
            </a:extLst>
          </p:cNvPr>
          <p:cNvSpPr>
            <a:spLocks noGrp="1"/>
          </p:cNvSpPr>
          <p:nvPr>
            <p:ph type="dt" sz="half" idx="10"/>
          </p:nvPr>
        </p:nvSpPr>
        <p:spPr/>
        <p:txBody>
          <a:bodyPr/>
          <a:lstStyle/>
          <a:p>
            <a:fld id="{2B319B33-CF60-4644-B492-9EC790EEA0E2}" type="datetimeFigureOut">
              <a:rPr lang="ru-RU" smtClean="0"/>
              <a:t>10.03.2026</a:t>
            </a:fld>
            <a:endParaRPr lang="ru-RU"/>
          </a:p>
        </p:txBody>
      </p:sp>
      <p:sp>
        <p:nvSpPr>
          <p:cNvPr id="4" name="Нижний колонтитул 3">
            <a:extLst>
              <a:ext uri="{FF2B5EF4-FFF2-40B4-BE49-F238E27FC236}">
                <a16:creationId xmlns:a16="http://schemas.microsoft.com/office/drawing/2014/main" id="{7DBF47CF-072C-9B89-5D68-FF69F225929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773DD61-4D13-5BDA-53D5-FDCA69EDC3C7}"/>
              </a:ext>
            </a:extLst>
          </p:cNvPr>
          <p:cNvSpPr>
            <a:spLocks noGrp="1"/>
          </p:cNvSpPr>
          <p:nvPr>
            <p:ph type="sldNum" sz="quarter" idx="12"/>
          </p:nvPr>
        </p:nvSpPr>
        <p:spPr/>
        <p:txBody>
          <a:bodyPr/>
          <a:lstStyle/>
          <a:p>
            <a:fld id="{349B642C-87B6-491B-A5BC-7813E0DDF118}" type="slidenum">
              <a:rPr lang="ru-RU" smtClean="0"/>
              <a:t>‹#›</a:t>
            </a:fld>
            <a:endParaRPr lang="ru-RU"/>
          </a:p>
        </p:txBody>
      </p:sp>
    </p:spTree>
    <p:extLst>
      <p:ext uri="{BB962C8B-B14F-4D97-AF65-F5344CB8AC3E}">
        <p14:creationId xmlns:p14="http://schemas.microsoft.com/office/powerpoint/2010/main" val="492173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E3BC681B-5ACD-2674-3A98-ABD32E7955F4}"/>
              </a:ext>
            </a:extLst>
          </p:cNvPr>
          <p:cNvSpPr>
            <a:spLocks noGrp="1"/>
          </p:cNvSpPr>
          <p:nvPr>
            <p:ph type="dt" sz="half" idx="10"/>
          </p:nvPr>
        </p:nvSpPr>
        <p:spPr/>
        <p:txBody>
          <a:bodyPr/>
          <a:lstStyle/>
          <a:p>
            <a:fld id="{2B319B33-CF60-4644-B492-9EC790EEA0E2}" type="datetimeFigureOut">
              <a:rPr lang="ru-RU" smtClean="0"/>
              <a:t>10.03.2026</a:t>
            </a:fld>
            <a:endParaRPr lang="ru-RU"/>
          </a:p>
        </p:txBody>
      </p:sp>
      <p:sp>
        <p:nvSpPr>
          <p:cNvPr id="3" name="Нижний колонтитул 2">
            <a:extLst>
              <a:ext uri="{FF2B5EF4-FFF2-40B4-BE49-F238E27FC236}">
                <a16:creationId xmlns:a16="http://schemas.microsoft.com/office/drawing/2014/main" id="{DD786AA7-4B6E-B165-B040-122D0E13B45B}"/>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313B827E-1533-0BD2-6FCB-528EF3B844EB}"/>
              </a:ext>
            </a:extLst>
          </p:cNvPr>
          <p:cNvSpPr>
            <a:spLocks noGrp="1"/>
          </p:cNvSpPr>
          <p:nvPr>
            <p:ph type="sldNum" sz="quarter" idx="12"/>
          </p:nvPr>
        </p:nvSpPr>
        <p:spPr/>
        <p:txBody>
          <a:bodyPr/>
          <a:lstStyle/>
          <a:p>
            <a:fld id="{349B642C-87B6-491B-A5BC-7813E0DDF118}" type="slidenum">
              <a:rPr lang="ru-RU" smtClean="0"/>
              <a:t>‹#›</a:t>
            </a:fld>
            <a:endParaRPr lang="ru-RU"/>
          </a:p>
        </p:txBody>
      </p:sp>
    </p:spTree>
    <p:extLst>
      <p:ext uri="{BB962C8B-B14F-4D97-AF65-F5344CB8AC3E}">
        <p14:creationId xmlns:p14="http://schemas.microsoft.com/office/powerpoint/2010/main" val="1330649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0CF084-F407-3CFC-4F97-5D22C8602EF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CCE29B17-C06D-E9F6-B088-8785E5B45F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0199F18A-C548-2663-58FA-E3B4DAF22D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ECA1161-4FAC-369A-BFAA-9E3C297AAA9E}"/>
              </a:ext>
            </a:extLst>
          </p:cNvPr>
          <p:cNvSpPr>
            <a:spLocks noGrp="1"/>
          </p:cNvSpPr>
          <p:nvPr>
            <p:ph type="dt" sz="half" idx="10"/>
          </p:nvPr>
        </p:nvSpPr>
        <p:spPr/>
        <p:txBody>
          <a:bodyPr/>
          <a:lstStyle/>
          <a:p>
            <a:fld id="{2B319B33-CF60-4644-B492-9EC790EEA0E2}" type="datetimeFigureOut">
              <a:rPr lang="ru-RU" smtClean="0"/>
              <a:t>10.03.2026</a:t>
            </a:fld>
            <a:endParaRPr lang="ru-RU"/>
          </a:p>
        </p:txBody>
      </p:sp>
      <p:sp>
        <p:nvSpPr>
          <p:cNvPr id="6" name="Нижний колонтитул 5">
            <a:extLst>
              <a:ext uri="{FF2B5EF4-FFF2-40B4-BE49-F238E27FC236}">
                <a16:creationId xmlns:a16="http://schemas.microsoft.com/office/drawing/2014/main" id="{03400F01-CDFD-C008-B92D-48457F0397D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E65A82F-C218-C140-7222-37F90D0AAF5E}"/>
              </a:ext>
            </a:extLst>
          </p:cNvPr>
          <p:cNvSpPr>
            <a:spLocks noGrp="1"/>
          </p:cNvSpPr>
          <p:nvPr>
            <p:ph type="sldNum" sz="quarter" idx="12"/>
          </p:nvPr>
        </p:nvSpPr>
        <p:spPr/>
        <p:txBody>
          <a:bodyPr/>
          <a:lstStyle/>
          <a:p>
            <a:fld id="{349B642C-87B6-491B-A5BC-7813E0DDF118}" type="slidenum">
              <a:rPr lang="ru-RU" smtClean="0"/>
              <a:t>‹#›</a:t>
            </a:fld>
            <a:endParaRPr lang="ru-RU"/>
          </a:p>
        </p:txBody>
      </p:sp>
    </p:spTree>
    <p:extLst>
      <p:ext uri="{BB962C8B-B14F-4D97-AF65-F5344CB8AC3E}">
        <p14:creationId xmlns:p14="http://schemas.microsoft.com/office/powerpoint/2010/main" val="4017458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6C5357-5422-A6FA-B290-0D1C2347EAA5}"/>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453A9385-36F4-0018-9711-519178CF0E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C9B9A9DE-6BBB-7A3A-E7BE-1A1D437DA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E6763E4B-B21C-FF70-387C-1B13F79AAB80}"/>
              </a:ext>
            </a:extLst>
          </p:cNvPr>
          <p:cNvSpPr>
            <a:spLocks noGrp="1"/>
          </p:cNvSpPr>
          <p:nvPr>
            <p:ph type="dt" sz="half" idx="10"/>
          </p:nvPr>
        </p:nvSpPr>
        <p:spPr/>
        <p:txBody>
          <a:bodyPr/>
          <a:lstStyle/>
          <a:p>
            <a:fld id="{2B319B33-CF60-4644-B492-9EC790EEA0E2}" type="datetimeFigureOut">
              <a:rPr lang="ru-RU" smtClean="0"/>
              <a:t>10.03.2026</a:t>
            </a:fld>
            <a:endParaRPr lang="ru-RU"/>
          </a:p>
        </p:txBody>
      </p:sp>
      <p:sp>
        <p:nvSpPr>
          <p:cNvPr id="6" name="Нижний колонтитул 5">
            <a:extLst>
              <a:ext uri="{FF2B5EF4-FFF2-40B4-BE49-F238E27FC236}">
                <a16:creationId xmlns:a16="http://schemas.microsoft.com/office/drawing/2014/main" id="{544030AA-8575-8ED4-3D3C-CFCBDA76921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B1FEB6B-CD8F-A11D-38A8-F80D0C6820B7}"/>
              </a:ext>
            </a:extLst>
          </p:cNvPr>
          <p:cNvSpPr>
            <a:spLocks noGrp="1"/>
          </p:cNvSpPr>
          <p:nvPr>
            <p:ph type="sldNum" sz="quarter" idx="12"/>
          </p:nvPr>
        </p:nvSpPr>
        <p:spPr/>
        <p:txBody>
          <a:bodyPr/>
          <a:lstStyle/>
          <a:p>
            <a:fld id="{349B642C-87B6-491B-A5BC-7813E0DDF118}" type="slidenum">
              <a:rPr lang="ru-RU" smtClean="0"/>
              <a:t>‹#›</a:t>
            </a:fld>
            <a:endParaRPr lang="ru-RU"/>
          </a:p>
        </p:txBody>
      </p:sp>
    </p:spTree>
    <p:extLst>
      <p:ext uri="{BB962C8B-B14F-4D97-AF65-F5344CB8AC3E}">
        <p14:creationId xmlns:p14="http://schemas.microsoft.com/office/powerpoint/2010/main" val="2677926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96C547-F69B-644B-499F-4334BDE735D3}"/>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41AEC92F-9DD6-DEB9-8E90-BE57628635BA}"/>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795DE19-9C97-DFBD-ED2C-CE5BBC6E01A4}"/>
              </a:ext>
            </a:extLst>
          </p:cNvPr>
          <p:cNvSpPr>
            <a:spLocks noGrp="1"/>
          </p:cNvSpPr>
          <p:nvPr>
            <p:ph type="dt" sz="half" idx="10"/>
          </p:nvPr>
        </p:nvSpPr>
        <p:spPr/>
        <p:txBody>
          <a:bodyPr/>
          <a:lstStyle/>
          <a:p>
            <a:fld id="{2B319B33-CF60-4644-B492-9EC790EEA0E2}" type="datetimeFigureOut">
              <a:rPr lang="ru-RU" smtClean="0"/>
              <a:t>10.03.2026</a:t>
            </a:fld>
            <a:endParaRPr lang="ru-RU"/>
          </a:p>
        </p:txBody>
      </p:sp>
      <p:sp>
        <p:nvSpPr>
          <p:cNvPr id="5" name="Нижний колонтитул 4">
            <a:extLst>
              <a:ext uri="{FF2B5EF4-FFF2-40B4-BE49-F238E27FC236}">
                <a16:creationId xmlns:a16="http://schemas.microsoft.com/office/drawing/2014/main" id="{F5ED8BF8-3F0D-1862-5C4D-CF9D624F82D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CBF4579-1254-9577-A2EA-4CA4738BEFF5}"/>
              </a:ext>
            </a:extLst>
          </p:cNvPr>
          <p:cNvSpPr>
            <a:spLocks noGrp="1"/>
          </p:cNvSpPr>
          <p:nvPr>
            <p:ph type="sldNum" sz="quarter" idx="12"/>
          </p:nvPr>
        </p:nvSpPr>
        <p:spPr/>
        <p:txBody>
          <a:bodyPr/>
          <a:lstStyle/>
          <a:p>
            <a:fld id="{349B642C-87B6-491B-A5BC-7813E0DDF118}" type="slidenum">
              <a:rPr lang="ru-RU" smtClean="0"/>
              <a:t>‹#›</a:t>
            </a:fld>
            <a:endParaRPr lang="ru-RU"/>
          </a:p>
        </p:txBody>
      </p:sp>
    </p:spTree>
    <p:extLst>
      <p:ext uri="{BB962C8B-B14F-4D97-AF65-F5344CB8AC3E}">
        <p14:creationId xmlns:p14="http://schemas.microsoft.com/office/powerpoint/2010/main" val="1201521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D546A74-C632-02FF-6ABE-23F00D100F2D}"/>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7BC8F70-61FD-ADF5-8DEC-E39A79BD1752}"/>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19652E2-089E-47E4-659F-AD6EB27A3F0B}"/>
              </a:ext>
            </a:extLst>
          </p:cNvPr>
          <p:cNvSpPr>
            <a:spLocks noGrp="1"/>
          </p:cNvSpPr>
          <p:nvPr>
            <p:ph type="dt" sz="half" idx="10"/>
          </p:nvPr>
        </p:nvSpPr>
        <p:spPr/>
        <p:txBody>
          <a:bodyPr/>
          <a:lstStyle/>
          <a:p>
            <a:fld id="{2B319B33-CF60-4644-B492-9EC790EEA0E2}" type="datetimeFigureOut">
              <a:rPr lang="ru-RU" smtClean="0"/>
              <a:t>10.03.2026</a:t>
            </a:fld>
            <a:endParaRPr lang="ru-RU"/>
          </a:p>
        </p:txBody>
      </p:sp>
      <p:sp>
        <p:nvSpPr>
          <p:cNvPr id="5" name="Нижний колонтитул 4">
            <a:extLst>
              <a:ext uri="{FF2B5EF4-FFF2-40B4-BE49-F238E27FC236}">
                <a16:creationId xmlns:a16="http://schemas.microsoft.com/office/drawing/2014/main" id="{B96C6E1A-AC26-27F7-84F3-06B531AD5B0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B9E56B4-4277-CC0A-1683-ACA3730CBB42}"/>
              </a:ext>
            </a:extLst>
          </p:cNvPr>
          <p:cNvSpPr>
            <a:spLocks noGrp="1"/>
          </p:cNvSpPr>
          <p:nvPr>
            <p:ph type="sldNum" sz="quarter" idx="12"/>
          </p:nvPr>
        </p:nvSpPr>
        <p:spPr/>
        <p:txBody>
          <a:bodyPr/>
          <a:lstStyle/>
          <a:p>
            <a:fld id="{349B642C-87B6-491B-A5BC-7813E0DDF118}" type="slidenum">
              <a:rPr lang="ru-RU" smtClean="0"/>
              <a:t>‹#›</a:t>
            </a:fld>
            <a:endParaRPr lang="ru-RU"/>
          </a:p>
        </p:txBody>
      </p:sp>
    </p:spTree>
    <p:extLst>
      <p:ext uri="{BB962C8B-B14F-4D97-AF65-F5344CB8AC3E}">
        <p14:creationId xmlns:p14="http://schemas.microsoft.com/office/powerpoint/2010/main" val="1383726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C2519F-BB47-14C1-A137-4EEAFDE956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B847E3FF-6845-CF5C-33C6-76F8963993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B4EABC4-C46A-934C-FD58-DE7ED3D191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319B33-CF60-4644-B492-9EC790EEA0E2}" type="datetimeFigureOut">
              <a:rPr lang="ru-RU" smtClean="0"/>
              <a:t>10.03.2026</a:t>
            </a:fld>
            <a:endParaRPr lang="ru-RU"/>
          </a:p>
        </p:txBody>
      </p:sp>
      <p:sp>
        <p:nvSpPr>
          <p:cNvPr id="5" name="Нижний колонтитул 4">
            <a:extLst>
              <a:ext uri="{FF2B5EF4-FFF2-40B4-BE49-F238E27FC236}">
                <a16:creationId xmlns:a16="http://schemas.microsoft.com/office/drawing/2014/main" id="{914CFE69-1310-6B9E-3E7F-1F7ED92084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A2C9675A-9EDE-B1C0-16E7-4E59DB7347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9B642C-87B6-491B-A5BC-7813E0DDF118}" type="slidenum">
              <a:rPr lang="ru-RU" smtClean="0"/>
              <a:t>‹#›</a:t>
            </a:fld>
            <a:endParaRPr lang="ru-RU"/>
          </a:p>
        </p:txBody>
      </p:sp>
    </p:spTree>
    <p:extLst>
      <p:ext uri="{BB962C8B-B14F-4D97-AF65-F5344CB8AC3E}">
        <p14:creationId xmlns:p14="http://schemas.microsoft.com/office/powerpoint/2010/main" val="343767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0964AED7-A688-E96A-D42B-BDF174C9D48A}"/>
              </a:ext>
            </a:extLst>
          </p:cNvPr>
          <p:cNvSpPr>
            <a:spLocks noGrp="1"/>
          </p:cNvSpPr>
          <p:nvPr>
            <p:ph type="subTitle" idx="1"/>
          </p:nvPr>
        </p:nvSpPr>
        <p:spPr/>
        <p:txBody>
          <a:bodyPr/>
          <a:lstStyle/>
          <a:p>
            <a:r>
              <a:rPr lang="ru-RU" dirty="0"/>
              <a:t>Своя музыка для всех</a:t>
            </a:r>
          </a:p>
        </p:txBody>
      </p:sp>
      <p:pic>
        <p:nvPicPr>
          <p:cNvPr id="11" name="Рисунок 10">
            <a:extLst>
              <a:ext uri="{FF2B5EF4-FFF2-40B4-BE49-F238E27FC236}">
                <a16:creationId xmlns:a16="http://schemas.microsoft.com/office/drawing/2014/main" id="{F71F5038-17C9-F78F-30F0-E52E9D1BA9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6280" y="-1125076"/>
            <a:ext cx="8859439" cy="8859439"/>
          </a:xfrm>
          <a:prstGeom prst="rect">
            <a:avLst/>
          </a:prstGeom>
        </p:spPr>
      </p:pic>
      <p:sp>
        <p:nvSpPr>
          <p:cNvPr id="12" name="TextBox 11">
            <a:extLst>
              <a:ext uri="{FF2B5EF4-FFF2-40B4-BE49-F238E27FC236}">
                <a16:creationId xmlns:a16="http://schemas.microsoft.com/office/drawing/2014/main" id="{78C54904-2F84-94A6-06E0-5B189D9A785C}"/>
              </a:ext>
            </a:extLst>
          </p:cNvPr>
          <p:cNvSpPr txBox="1"/>
          <p:nvPr/>
        </p:nvSpPr>
        <p:spPr>
          <a:xfrm>
            <a:off x="3618476" y="5473861"/>
            <a:ext cx="4955045" cy="553998"/>
          </a:xfrm>
          <a:prstGeom prst="rect">
            <a:avLst/>
          </a:prstGeom>
          <a:noFill/>
        </p:spPr>
        <p:txBody>
          <a:bodyPr wrap="square" rtlCol="0">
            <a:spAutoFit/>
          </a:bodyPr>
          <a:lstStyle/>
          <a:p>
            <a:r>
              <a:rPr lang="ru-RU" sz="2200" i="1" dirty="0">
                <a:solidFill>
                  <a:srgbClr val="F5E9D8"/>
                </a:solidFill>
                <a:latin typeface="RF Dewi Expanded Black" panose="00000A05000000000000" pitchFamily="2" charset="-52"/>
              </a:rPr>
              <a:t>СВОЯ МУЗЫКА ДЛЯ  </a:t>
            </a:r>
            <a:r>
              <a:rPr lang="ru-RU" sz="3000" dirty="0">
                <a:solidFill>
                  <a:srgbClr val="EC611F"/>
                </a:solidFill>
                <a:latin typeface="Rhythmic RUS" pitchFamily="2" charset="0"/>
              </a:rPr>
              <a:t>ВСЕХ</a:t>
            </a:r>
          </a:p>
        </p:txBody>
      </p:sp>
    </p:spTree>
    <p:extLst>
      <p:ext uri="{BB962C8B-B14F-4D97-AF65-F5344CB8AC3E}">
        <p14:creationId xmlns:p14="http://schemas.microsoft.com/office/powerpoint/2010/main" val="1243737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0C7516C-D2B2-1501-1ABE-984583CBF4F4}"/>
            </a:ext>
          </a:extLst>
        </p:cNvPr>
        <p:cNvGrpSpPr/>
        <p:nvPr/>
      </p:nvGrpSpPr>
      <p:grpSpPr>
        <a:xfrm>
          <a:off x="0" y="0"/>
          <a:ext cx="0" cy="0"/>
          <a:chOff x="0" y="0"/>
          <a:chExt cx="0" cy="0"/>
        </a:xfrm>
      </p:grpSpPr>
      <p:pic>
        <p:nvPicPr>
          <p:cNvPr id="4" name="Рисунок 3">
            <a:extLst>
              <a:ext uri="{FF2B5EF4-FFF2-40B4-BE49-F238E27FC236}">
                <a16:creationId xmlns:a16="http://schemas.microsoft.com/office/drawing/2014/main" id="{C1C3AC39-37D1-5CBC-C4BE-BD7074DC46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1966" y="5843927"/>
            <a:ext cx="1148487" cy="684766"/>
          </a:xfrm>
          <a:prstGeom prst="rect">
            <a:avLst/>
          </a:prstGeom>
        </p:spPr>
      </p:pic>
      <p:sp>
        <p:nvSpPr>
          <p:cNvPr id="5" name="TextBox 4">
            <a:extLst>
              <a:ext uri="{FF2B5EF4-FFF2-40B4-BE49-F238E27FC236}">
                <a16:creationId xmlns:a16="http://schemas.microsoft.com/office/drawing/2014/main" id="{E53440EB-A2FE-D2E1-8C3F-F9F59CD5697E}"/>
              </a:ext>
            </a:extLst>
          </p:cNvPr>
          <p:cNvSpPr txBox="1"/>
          <p:nvPr/>
        </p:nvSpPr>
        <p:spPr>
          <a:xfrm>
            <a:off x="1177258" y="43891"/>
            <a:ext cx="9837484" cy="1323439"/>
          </a:xfrm>
          <a:prstGeom prst="rect">
            <a:avLst/>
          </a:prstGeom>
          <a:noFill/>
        </p:spPr>
        <p:txBody>
          <a:bodyPr wrap="square" rtlCol="0">
            <a:spAutoFit/>
          </a:bodyPr>
          <a:lstStyle/>
          <a:p>
            <a:r>
              <a:rPr lang="ru-RU" sz="6000" dirty="0">
                <a:solidFill>
                  <a:srgbClr val="F5E9D8"/>
                </a:solidFill>
                <a:latin typeface="RF Dewi Expanded Black" panose="00000A05000000000000" pitchFamily="2" charset="-52"/>
              </a:rPr>
              <a:t>ТИТУЛЬНЫЙ  </a:t>
            </a:r>
            <a:r>
              <a:rPr lang="ru-RU" sz="8000" dirty="0">
                <a:solidFill>
                  <a:srgbClr val="EC611F"/>
                </a:solidFill>
                <a:latin typeface="Rhythmic RUS" pitchFamily="2" charset="0"/>
              </a:rPr>
              <a:t>ЛИСТ</a:t>
            </a:r>
          </a:p>
        </p:txBody>
      </p:sp>
      <p:sp>
        <p:nvSpPr>
          <p:cNvPr id="6" name="Прямоугольник: скругленные углы 5">
            <a:extLst>
              <a:ext uri="{FF2B5EF4-FFF2-40B4-BE49-F238E27FC236}">
                <a16:creationId xmlns:a16="http://schemas.microsoft.com/office/drawing/2014/main" id="{D31D7F81-6F61-1EF1-E21A-CEC5D4BF96BF}"/>
              </a:ext>
            </a:extLst>
          </p:cNvPr>
          <p:cNvSpPr/>
          <p:nvPr/>
        </p:nvSpPr>
        <p:spPr>
          <a:xfrm>
            <a:off x="3823890" y="1534296"/>
            <a:ext cx="7369853" cy="638254"/>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7" name="TextBox 6">
            <a:extLst>
              <a:ext uri="{FF2B5EF4-FFF2-40B4-BE49-F238E27FC236}">
                <a16:creationId xmlns:a16="http://schemas.microsoft.com/office/drawing/2014/main" id="{327B1B0A-546B-3FB6-38DF-55515BBD20D5}"/>
              </a:ext>
            </a:extLst>
          </p:cNvPr>
          <p:cNvSpPr txBox="1"/>
          <p:nvPr/>
        </p:nvSpPr>
        <p:spPr>
          <a:xfrm>
            <a:off x="4825357" y="1668757"/>
            <a:ext cx="5366918" cy="369332"/>
          </a:xfrm>
          <a:prstGeom prst="rect">
            <a:avLst/>
          </a:prstGeom>
          <a:noFill/>
        </p:spPr>
        <p:txBody>
          <a:bodyPr wrap="square" rtlCol="0">
            <a:spAutoFit/>
          </a:bodyPr>
          <a:lstStyle/>
          <a:p>
            <a:r>
              <a:rPr lang="ru-RU" dirty="0">
                <a:latin typeface="RF Dewi Expanded Black" panose="00000A05000000000000" pitchFamily="2" charset="-52"/>
              </a:rPr>
              <a:t>СТАРТАП В ИНФ. ТЕХНОЛОГИЯХ</a:t>
            </a:r>
          </a:p>
        </p:txBody>
      </p:sp>
      <p:sp>
        <p:nvSpPr>
          <p:cNvPr id="13" name="TextBox 12">
            <a:extLst>
              <a:ext uri="{FF2B5EF4-FFF2-40B4-BE49-F238E27FC236}">
                <a16:creationId xmlns:a16="http://schemas.microsoft.com/office/drawing/2014/main" id="{C6321EA3-B26C-FB9E-4DDE-393BAF152BDC}"/>
              </a:ext>
            </a:extLst>
          </p:cNvPr>
          <p:cNvSpPr txBox="1"/>
          <p:nvPr/>
        </p:nvSpPr>
        <p:spPr>
          <a:xfrm>
            <a:off x="998257" y="1461008"/>
            <a:ext cx="2694969" cy="784830"/>
          </a:xfrm>
          <a:prstGeom prst="rect">
            <a:avLst/>
          </a:prstGeom>
          <a:noFill/>
        </p:spPr>
        <p:txBody>
          <a:bodyPr wrap="none" rtlCol="0">
            <a:spAutoFit/>
          </a:bodyPr>
          <a:lstStyle/>
          <a:p>
            <a:r>
              <a:rPr lang="ru-RU" sz="4500" dirty="0">
                <a:solidFill>
                  <a:srgbClr val="EC611F"/>
                </a:solidFill>
                <a:latin typeface="Rhythmic RUS" pitchFamily="2" charset="0"/>
              </a:rPr>
              <a:t>ПРЕДМЕТ</a:t>
            </a:r>
          </a:p>
        </p:txBody>
      </p:sp>
      <p:sp>
        <p:nvSpPr>
          <p:cNvPr id="16" name="Прямоугольник: скругленные углы 15">
            <a:extLst>
              <a:ext uri="{FF2B5EF4-FFF2-40B4-BE49-F238E27FC236}">
                <a16:creationId xmlns:a16="http://schemas.microsoft.com/office/drawing/2014/main" id="{42823C8A-01DC-DDAB-456A-5511491A7266}"/>
              </a:ext>
            </a:extLst>
          </p:cNvPr>
          <p:cNvSpPr/>
          <p:nvPr/>
        </p:nvSpPr>
        <p:spPr>
          <a:xfrm>
            <a:off x="5427675" y="3217107"/>
            <a:ext cx="5766068" cy="638254"/>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TextBox 16">
            <a:extLst>
              <a:ext uri="{FF2B5EF4-FFF2-40B4-BE49-F238E27FC236}">
                <a16:creationId xmlns:a16="http://schemas.microsoft.com/office/drawing/2014/main" id="{6B2C9E9B-15D5-7A5F-13AE-2F299B658687}"/>
              </a:ext>
            </a:extLst>
          </p:cNvPr>
          <p:cNvSpPr txBox="1"/>
          <p:nvPr/>
        </p:nvSpPr>
        <p:spPr>
          <a:xfrm>
            <a:off x="998257" y="3143819"/>
            <a:ext cx="4429418" cy="784830"/>
          </a:xfrm>
          <a:prstGeom prst="rect">
            <a:avLst/>
          </a:prstGeom>
          <a:noFill/>
        </p:spPr>
        <p:txBody>
          <a:bodyPr wrap="none" rtlCol="0">
            <a:spAutoFit/>
          </a:bodyPr>
          <a:lstStyle/>
          <a:p>
            <a:r>
              <a:rPr lang="ru-RU" sz="4500" dirty="0">
                <a:solidFill>
                  <a:srgbClr val="EC611F"/>
                </a:solidFill>
                <a:latin typeface="Rhythmic RUS" pitchFamily="2" charset="0"/>
              </a:rPr>
              <a:t>ПРЕПОДАВАТЕЛЬ</a:t>
            </a:r>
          </a:p>
        </p:txBody>
      </p:sp>
      <p:sp>
        <p:nvSpPr>
          <p:cNvPr id="20" name="TextBox 19">
            <a:extLst>
              <a:ext uri="{FF2B5EF4-FFF2-40B4-BE49-F238E27FC236}">
                <a16:creationId xmlns:a16="http://schemas.microsoft.com/office/drawing/2014/main" id="{95D3D2EA-FAA0-7DF5-5DF4-4C4AE6E28566}"/>
              </a:ext>
            </a:extLst>
          </p:cNvPr>
          <p:cNvSpPr txBox="1"/>
          <p:nvPr/>
        </p:nvSpPr>
        <p:spPr>
          <a:xfrm>
            <a:off x="7004844" y="3338007"/>
            <a:ext cx="2611730" cy="369332"/>
          </a:xfrm>
          <a:prstGeom prst="rect">
            <a:avLst/>
          </a:prstGeom>
          <a:noFill/>
        </p:spPr>
        <p:txBody>
          <a:bodyPr wrap="square" rtlCol="0">
            <a:spAutoFit/>
          </a:bodyPr>
          <a:lstStyle/>
          <a:p>
            <a:r>
              <a:rPr lang="ru-RU" dirty="0">
                <a:latin typeface="RF Dewi Expanded Black" panose="00000A05000000000000" pitchFamily="2" charset="-52"/>
              </a:rPr>
              <a:t>АДЫШКИН С. С.</a:t>
            </a:r>
          </a:p>
        </p:txBody>
      </p:sp>
      <p:sp>
        <p:nvSpPr>
          <p:cNvPr id="21" name="Прямоугольник: скругленные углы 20">
            <a:extLst>
              <a:ext uri="{FF2B5EF4-FFF2-40B4-BE49-F238E27FC236}">
                <a16:creationId xmlns:a16="http://schemas.microsoft.com/office/drawing/2014/main" id="{6B9E124C-DA2E-5F16-3425-E7F8FF94D2A6}"/>
              </a:ext>
            </a:extLst>
          </p:cNvPr>
          <p:cNvSpPr/>
          <p:nvPr/>
        </p:nvSpPr>
        <p:spPr>
          <a:xfrm>
            <a:off x="3560177" y="4905051"/>
            <a:ext cx="7633566" cy="638254"/>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TextBox 21">
            <a:extLst>
              <a:ext uri="{FF2B5EF4-FFF2-40B4-BE49-F238E27FC236}">
                <a16:creationId xmlns:a16="http://schemas.microsoft.com/office/drawing/2014/main" id="{81902803-E857-D50D-FC48-8B612624EFD5}"/>
              </a:ext>
            </a:extLst>
          </p:cNvPr>
          <p:cNvSpPr txBox="1"/>
          <p:nvPr/>
        </p:nvSpPr>
        <p:spPr>
          <a:xfrm>
            <a:off x="998257" y="4831763"/>
            <a:ext cx="2561920" cy="784830"/>
          </a:xfrm>
          <a:prstGeom prst="rect">
            <a:avLst/>
          </a:prstGeom>
          <a:noFill/>
        </p:spPr>
        <p:txBody>
          <a:bodyPr wrap="none" rtlCol="0">
            <a:spAutoFit/>
          </a:bodyPr>
          <a:lstStyle/>
          <a:p>
            <a:r>
              <a:rPr lang="ru-RU" sz="4500" dirty="0">
                <a:solidFill>
                  <a:srgbClr val="EC611F"/>
                </a:solidFill>
                <a:latin typeface="Rhythmic RUS" pitchFamily="2" charset="0"/>
              </a:rPr>
              <a:t>ГРУППА 5</a:t>
            </a:r>
          </a:p>
        </p:txBody>
      </p:sp>
      <p:sp>
        <p:nvSpPr>
          <p:cNvPr id="23" name="TextBox 22">
            <a:extLst>
              <a:ext uri="{FF2B5EF4-FFF2-40B4-BE49-F238E27FC236}">
                <a16:creationId xmlns:a16="http://schemas.microsoft.com/office/drawing/2014/main" id="{8717CE6E-3546-049E-CF42-37E29B440962}"/>
              </a:ext>
            </a:extLst>
          </p:cNvPr>
          <p:cNvSpPr txBox="1"/>
          <p:nvPr/>
        </p:nvSpPr>
        <p:spPr>
          <a:xfrm>
            <a:off x="6001895" y="5039512"/>
            <a:ext cx="2270830" cy="369332"/>
          </a:xfrm>
          <a:prstGeom prst="rect">
            <a:avLst/>
          </a:prstGeom>
          <a:noFill/>
        </p:spPr>
        <p:txBody>
          <a:bodyPr wrap="square" rtlCol="0">
            <a:spAutoFit/>
          </a:bodyPr>
          <a:lstStyle/>
          <a:p>
            <a:r>
              <a:rPr lang="ru-RU" dirty="0">
                <a:latin typeface="RF Dewi Expanded Black" panose="00000A05000000000000" pitchFamily="2" charset="-52"/>
              </a:rPr>
              <a:t>ЭФБО-04-23</a:t>
            </a:r>
          </a:p>
        </p:txBody>
      </p:sp>
      <p:sp>
        <p:nvSpPr>
          <p:cNvPr id="24" name="Прямоугольник: скругленные углы 23">
            <a:extLst>
              <a:ext uri="{FF2B5EF4-FFF2-40B4-BE49-F238E27FC236}">
                <a16:creationId xmlns:a16="http://schemas.microsoft.com/office/drawing/2014/main" id="{A87842EC-BF6B-CC6B-4C0D-C0DBE9C32547}"/>
              </a:ext>
            </a:extLst>
          </p:cNvPr>
          <p:cNvSpPr/>
          <p:nvPr/>
        </p:nvSpPr>
        <p:spPr>
          <a:xfrm>
            <a:off x="2628832" y="2368735"/>
            <a:ext cx="8564911" cy="638254"/>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5" name="TextBox 24">
            <a:extLst>
              <a:ext uri="{FF2B5EF4-FFF2-40B4-BE49-F238E27FC236}">
                <a16:creationId xmlns:a16="http://schemas.microsoft.com/office/drawing/2014/main" id="{64C88F33-7B69-E035-8A07-4E22F252A1D9}"/>
              </a:ext>
            </a:extLst>
          </p:cNvPr>
          <p:cNvSpPr txBox="1"/>
          <p:nvPr/>
        </p:nvSpPr>
        <p:spPr>
          <a:xfrm>
            <a:off x="998257" y="2295447"/>
            <a:ext cx="1630575" cy="784830"/>
          </a:xfrm>
          <a:prstGeom prst="rect">
            <a:avLst/>
          </a:prstGeom>
          <a:noFill/>
        </p:spPr>
        <p:txBody>
          <a:bodyPr wrap="none" rtlCol="0">
            <a:spAutoFit/>
          </a:bodyPr>
          <a:lstStyle/>
          <a:p>
            <a:r>
              <a:rPr lang="ru-RU" sz="4500" dirty="0">
                <a:solidFill>
                  <a:srgbClr val="EC611F"/>
                </a:solidFill>
                <a:latin typeface="Rhythmic RUS" pitchFamily="2" charset="0"/>
              </a:rPr>
              <a:t>ТЕМА</a:t>
            </a:r>
          </a:p>
        </p:txBody>
      </p:sp>
      <p:sp>
        <p:nvSpPr>
          <p:cNvPr id="26" name="TextBox 25">
            <a:extLst>
              <a:ext uri="{FF2B5EF4-FFF2-40B4-BE49-F238E27FC236}">
                <a16:creationId xmlns:a16="http://schemas.microsoft.com/office/drawing/2014/main" id="{7E74A00C-19A8-A4CD-2929-CBC96183B6C2}"/>
              </a:ext>
            </a:extLst>
          </p:cNvPr>
          <p:cNvSpPr txBox="1"/>
          <p:nvPr/>
        </p:nvSpPr>
        <p:spPr>
          <a:xfrm>
            <a:off x="3032087" y="2395474"/>
            <a:ext cx="7758400" cy="584775"/>
          </a:xfrm>
          <a:prstGeom prst="rect">
            <a:avLst/>
          </a:prstGeom>
          <a:noFill/>
        </p:spPr>
        <p:txBody>
          <a:bodyPr wrap="square" rtlCol="0">
            <a:spAutoFit/>
          </a:bodyPr>
          <a:lstStyle/>
          <a:p>
            <a:pPr algn="ctr"/>
            <a:r>
              <a:rPr lang="ru-RU" sz="1600" dirty="0">
                <a:latin typeface="RF Dewi Expanded Black" panose="00000A05000000000000" pitchFamily="2" charset="-52"/>
              </a:rPr>
              <a:t>ПРИЛОЖЕНИЕ ДЛЯ ПРОСЛУШИВАНИЯ МУЗЫКИ В КОМПАНИИ</a:t>
            </a:r>
          </a:p>
        </p:txBody>
      </p:sp>
      <p:sp>
        <p:nvSpPr>
          <p:cNvPr id="30" name="Прямоугольник: скругленные углы 29">
            <a:extLst>
              <a:ext uri="{FF2B5EF4-FFF2-40B4-BE49-F238E27FC236}">
                <a16:creationId xmlns:a16="http://schemas.microsoft.com/office/drawing/2014/main" id="{21BD58BB-D7E5-E33A-E16E-D14C36DF2C3F}"/>
              </a:ext>
            </a:extLst>
          </p:cNvPr>
          <p:cNvSpPr/>
          <p:nvPr/>
        </p:nvSpPr>
        <p:spPr>
          <a:xfrm>
            <a:off x="4129242" y="4057353"/>
            <a:ext cx="7064501" cy="638254"/>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1" name="TextBox 30">
            <a:extLst>
              <a:ext uri="{FF2B5EF4-FFF2-40B4-BE49-F238E27FC236}">
                <a16:creationId xmlns:a16="http://schemas.microsoft.com/office/drawing/2014/main" id="{4E178842-7F97-4878-D2E8-05EC4F6DD705}"/>
              </a:ext>
            </a:extLst>
          </p:cNvPr>
          <p:cNvSpPr txBox="1"/>
          <p:nvPr/>
        </p:nvSpPr>
        <p:spPr>
          <a:xfrm>
            <a:off x="998257" y="3984065"/>
            <a:ext cx="3130985" cy="784830"/>
          </a:xfrm>
          <a:prstGeom prst="rect">
            <a:avLst/>
          </a:prstGeom>
          <a:noFill/>
        </p:spPr>
        <p:txBody>
          <a:bodyPr wrap="none" rtlCol="0">
            <a:spAutoFit/>
          </a:bodyPr>
          <a:lstStyle/>
          <a:p>
            <a:r>
              <a:rPr lang="ru-RU" sz="4500" dirty="0">
                <a:solidFill>
                  <a:srgbClr val="EC611F"/>
                </a:solidFill>
                <a:latin typeface="Rhythmic RUS" pitchFamily="2" charset="0"/>
              </a:rPr>
              <a:t>СТУДЕНТЫ</a:t>
            </a:r>
          </a:p>
        </p:txBody>
      </p:sp>
      <p:sp>
        <p:nvSpPr>
          <p:cNvPr id="32" name="TextBox 31">
            <a:extLst>
              <a:ext uri="{FF2B5EF4-FFF2-40B4-BE49-F238E27FC236}">
                <a16:creationId xmlns:a16="http://schemas.microsoft.com/office/drawing/2014/main" id="{714F9F09-745C-646D-0976-B19C0DA0AD66}"/>
              </a:ext>
            </a:extLst>
          </p:cNvPr>
          <p:cNvSpPr txBox="1"/>
          <p:nvPr/>
        </p:nvSpPr>
        <p:spPr>
          <a:xfrm>
            <a:off x="4235501" y="4085124"/>
            <a:ext cx="6919884" cy="584775"/>
          </a:xfrm>
          <a:prstGeom prst="rect">
            <a:avLst/>
          </a:prstGeom>
          <a:noFill/>
        </p:spPr>
        <p:txBody>
          <a:bodyPr wrap="square" rtlCol="0">
            <a:spAutoFit/>
          </a:bodyPr>
          <a:lstStyle/>
          <a:p>
            <a:pPr algn="ctr"/>
            <a:r>
              <a:rPr lang="ru-RU" sz="1600" dirty="0">
                <a:latin typeface="RF Dewi Expanded Black" panose="00000A05000000000000" pitchFamily="2" charset="-52"/>
              </a:rPr>
              <a:t>МЕДЖИДОВ З., ТОЛМАЧЁВ Г., ЦЕЙСНОВСКИЙ А., АМИНИ А.</a:t>
            </a:r>
          </a:p>
        </p:txBody>
      </p:sp>
    </p:spTree>
    <p:extLst>
      <p:ext uri="{BB962C8B-B14F-4D97-AF65-F5344CB8AC3E}">
        <p14:creationId xmlns:p14="http://schemas.microsoft.com/office/powerpoint/2010/main" val="3965131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9DA0E71-69EA-C43D-0B3A-7785694BDE55}"/>
            </a:ext>
          </a:extLst>
        </p:cNvPr>
        <p:cNvGrpSpPr/>
        <p:nvPr/>
      </p:nvGrpSpPr>
      <p:grpSpPr>
        <a:xfrm>
          <a:off x="0" y="0"/>
          <a:ext cx="0" cy="0"/>
          <a:chOff x="0" y="0"/>
          <a:chExt cx="0" cy="0"/>
        </a:xfrm>
      </p:grpSpPr>
      <p:pic>
        <p:nvPicPr>
          <p:cNvPr id="4" name="Рисунок 3">
            <a:extLst>
              <a:ext uri="{FF2B5EF4-FFF2-40B4-BE49-F238E27FC236}">
                <a16:creationId xmlns:a16="http://schemas.microsoft.com/office/drawing/2014/main" id="{A01EC8FF-C7E5-551C-D796-8662197B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1966" y="5843927"/>
            <a:ext cx="1148487" cy="684766"/>
          </a:xfrm>
          <a:prstGeom prst="rect">
            <a:avLst/>
          </a:prstGeom>
        </p:spPr>
      </p:pic>
      <p:sp>
        <p:nvSpPr>
          <p:cNvPr id="5" name="TextBox 4">
            <a:extLst>
              <a:ext uri="{FF2B5EF4-FFF2-40B4-BE49-F238E27FC236}">
                <a16:creationId xmlns:a16="http://schemas.microsoft.com/office/drawing/2014/main" id="{E2D0A6AE-D7DC-B426-4568-061ABBBC15BB}"/>
              </a:ext>
            </a:extLst>
          </p:cNvPr>
          <p:cNvSpPr txBox="1"/>
          <p:nvPr/>
        </p:nvSpPr>
        <p:spPr>
          <a:xfrm>
            <a:off x="2549080" y="266976"/>
            <a:ext cx="7502003" cy="1015663"/>
          </a:xfrm>
          <a:prstGeom prst="rect">
            <a:avLst/>
          </a:prstGeom>
          <a:noFill/>
        </p:spPr>
        <p:txBody>
          <a:bodyPr wrap="square" rtlCol="0">
            <a:spAutoFit/>
          </a:bodyPr>
          <a:lstStyle/>
          <a:p>
            <a:r>
              <a:rPr lang="ru-RU" sz="5000" dirty="0">
                <a:solidFill>
                  <a:srgbClr val="F5E9D8"/>
                </a:solidFill>
                <a:latin typeface="RF Dewi Expanded Black" panose="00000A05000000000000" pitchFamily="2" charset="-52"/>
              </a:rPr>
              <a:t>КАКИЕ </a:t>
            </a:r>
            <a:r>
              <a:rPr lang="ru-RU" sz="6000" dirty="0">
                <a:solidFill>
                  <a:srgbClr val="EC611F"/>
                </a:solidFill>
                <a:latin typeface="Rhythmic RUS" pitchFamily="2" charset="0"/>
              </a:rPr>
              <a:t>ПРОБЛЕМЫ?</a:t>
            </a:r>
          </a:p>
        </p:txBody>
      </p:sp>
      <p:sp>
        <p:nvSpPr>
          <p:cNvPr id="21" name="Прямоугольник: скругленные углы 20">
            <a:extLst>
              <a:ext uri="{FF2B5EF4-FFF2-40B4-BE49-F238E27FC236}">
                <a16:creationId xmlns:a16="http://schemas.microsoft.com/office/drawing/2014/main" id="{0DC7BC97-AFED-E380-8965-46CCCCA2685F}"/>
              </a:ext>
            </a:extLst>
          </p:cNvPr>
          <p:cNvSpPr/>
          <p:nvPr/>
        </p:nvSpPr>
        <p:spPr>
          <a:xfrm>
            <a:off x="1392256" y="2246107"/>
            <a:ext cx="4412737" cy="3576870"/>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TextBox 21">
            <a:extLst>
              <a:ext uri="{FF2B5EF4-FFF2-40B4-BE49-F238E27FC236}">
                <a16:creationId xmlns:a16="http://schemas.microsoft.com/office/drawing/2014/main" id="{C39A6780-155F-1CAF-4E6D-43BBC18CA785}"/>
              </a:ext>
            </a:extLst>
          </p:cNvPr>
          <p:cNvSpPr txBox="1"/>
          <p:nvPr/>
        </p:nvSpPr>
        <p:spPr>
          <a:xfrm>
            <a:off x="2099655" y="1461276"/>
            <a:ext cx="2997937" cy="784830"/>
          </a:xfrm>
          <a:prstGeom prst="rect">
            <a:avLst/>
          </a:prstGeom>
          <a:noFill/>
        </p:spPr>
        <p:txBody>
          <a:bodyPr wrap="none" rtlCol="0">
            <a:spAutoFit/>
          </a:bodyPr>
          <a:lstStyle/>
          <a:p>
            <a:r>
              <a:rPr lang="ru-RU" sz="4500" dirty="0">
                <a:solidFill>
                  <a:srgbClr val="EC611F"/>
                </a:solidFill>
                <a:latin typeface="Rhythmic RUS" pitchFamily="2" charset="0"/>
              </a:rPr>
              <a:t>проблемы</a:t>
            </a:r>
          </a:p>
        </p:txBody>
      </p:sp>
      <p:sp>
        <p:nvSpPr>
          <p:cNvPr id="23" name="TextBox 22">
            <a:extLst>
              <a:ext uri="{FF2B5EF4-FFF2-40B4-BE49-F238E27FC236}">
                <a16:creationId xmlns:a16="http://schemas.microsoft.com/office/drawing/2014/main" id="{87207ADE-5F29-E310-9ECF-31AFC42495DD}"/>
              </a:ext>
            </a:extLst>
          </p:cNvPr>
          <p:cNvSpPr txBox="1"/>
          <p:nvPr/>
        </p:nvSpPr>
        <p:spPr>
          <a:xfrm>
            <a:off x="1510573" y="2603381"/>
            <a:ext cx="4176100" cy="2862322"/>
          </a:xfrm>
          <a:prstGeom prst="rect">
            <a:avLst/>
          </a:prstGeom>
          <a:noFill/>
        </p:spPr>
        <p:txBody>
          <a:bodyPr wrap="square" rtlCol="0">
            <a:spAutoFit/>
          </a:bodyPr>
          <a:lstStyle/>
          <a:p>
            <a:pPr algn="ctr"/>
            <a:r>
              <a:rPr lang="ru-RU" dirty="0">
                <a:latin typeface="Raleway" pitchFamily="2" charset="-52"/>
              </a:rPr>
              <a:t>Когда собирается компания друзей или коллег, чтобы послушать музыку, возникает «диктатура плейлиста». Тот, кто подключил колонку, единолично решает, что будут слушать все. Остальным приходится либо терпеть нелюбимую музыку, либо кричать через всю комнату, пытаясь объяснить, какой трек поставить</a:t>
            </a:r>
          </a:p>
        </p:txBody>
      </p:sp>
      <p:sp>
        <p:nvSpPr>
          <p:cNvPr id="2" name="Прямоугольник: скругленные углы 1">
            <a:extLst>
              <a:ext uri="{FF2B5EF4-FFF2-40B4-BE49-F238E27FC236}">
                <a16:creationId xmlns:a16="http://schemas.microsoft.com/office/drawing/2014/main" id="{6A74DADD-6FE6-0812-909B-7E8E51E4E110}"/>
              </a:ext>
            </a:extLst>
          </p:cNvPr>
          <p:cNvSpPr/>
          <p:nvPr/>
        </p:nvSpPr>
        <p:spPr>
          <a:xfrm>
            <a:off x="6387007" y="2221460"/>
            <a:ext cx="4412737" cy="3576870"/>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TextBox 2">
            <a:extLst>
              <a:ext uri="{FF2B5EF4-FFF2-40B4-BE49-F238E27FC236}">
                <a16:creationId xmlns:a16="http://schemas.microsoft.com/office/drawing/2014/main" id="{07D383A2-F9B2-3EF8-BC7B-9F3FF668BF4D}"/>
              </a:ext>
            </a:extLst>
          </p:cNvPr>
          <p:cNvSpPr txBox="1"/>
          <p:nvPr/>
        </p:nvSpPr>
        <p:spPr>
          <a:xfrm>
            <a:off x="7152962" y="1436630"/>
            <a:ext cx="2981907" cy="784830"/>
          </a:xfrm>
          <a:prstGeom prst="rect">
            <a:avLst/>
          </a:prstGeom>
          <a:noFill/>
        </p:spPr>
        <p:txBody>
          <a:bodyPr wrap="none" rtlCol="0">
            <a:spAutoFit/>
          </a:bodyPr>
          <a:lstStyle/>
          <a:p>
            <a:r>
              <a:rPr lang="ru-RU" sz="4500" dirty="0">
                <a:solidFill>
                  <a:srgbClr val="EC611F"/>
                </a:solidFill>
                <a:latin typeface="Rhythmic RUS" pitchFamily="2" charset="0"/>
              </a:rPr>
              <a:t>СЦЕНАРИЙ</a:t>
            </a:r>
          </a:p>
        </p:txBody>
      </p:sp>
      <p:sp>
        <p:nvSpPr>
          <p:cNvPr id="8" name="TextBox 7">
            <a:extLst>
              <a:ext uri="{FF2B5EF4-FFF2-40B4-BE49-F238E27FC236}">
                <a16:creationId xmlns:a16="http://schemas.microsoft.com/office/drawing/2014/main" id="{8521DFE6-FB04-B125-235D-A36F94D59259}"/>
              </a:ext>
            </a:extLst>
          </p:cNvPr>
          <p:cNvSpPr txBox="1"/>
          <p:nvPr/>
        </p:nvSpPr>
        <p:spPr>
          <a:xfrm>
            <a:off x="6555866" y="2387937"/>
            <a:ext cx="4176100" cy="3293209"/>
          </a:xfrm>
          <a:prstGeom prst="rect">
            <a:avLst/>
          </a:prstGeom>
          <a:noFill/>
        </p:spPr>
        <p:txBody>
          <a:bodyPr wrap="square" rtlCol="0">
            <a:spAutoFit/>
          </a:bodyPr>
          <a:lstStyle/>
          <a:p>
            <a:r>
              <a:rPr lang="ru-RU" sz="1300" dirty="0">
                <a:latin typeface="Raleway" pitchFamily="2" charset="-52"/>
              </a:rPr>
              <a:t>Пользователь: Организатор вечеринки (</a:t>
            </a:r>
            <a:r>
              <a:rPr lang="ru-RU" sz="1300" dirty="0" err="1">
                <a:latin typeface="Raleway" pitchFamily="2" charset="-52"/>
              </a:rPr>
              <a:t>хоум</a:t>
            </a:r>
            <a:r>
              <a:rPr lang="ru-RU" sz="1300" dirty="0">
                <a:latin typeface="Raleway" pitchFamily="2" charset="-52"/>
              </a:rPr>
              <a:t>-парти), посетитель бара, ведущий корпоратива, компания друзей на пикнике.</a:t>
            </a:r>
          </a:p>
          <a:p>
            <a:r>
              <a:rPr lang="ru-RU" sz="1300" dirty="0">
                <a:latin typeface="Raleway" pitchFamily="2" charset="-52"/>
              </a:rPr>
              <a:t>Ситуация: Группа людей (5–20 человек) собралась в одном физическом месте. У них есть колонка и желание слушать музыку, которая нравится всем.</a:t>
            </a:r>
          </a:p>
          <a:p>
            <a:r>
              <a:rPr lang="ru-RU" sz="1300" dirty="0">
                <a:latin typeface="Raleway" pitchFamily="2" charset="-52"/>
              </a:rPr>
              <a:t>Проблема: Традиционный подход («у кого колонка — тот и диджей») приводит к тому, что часть компании чувствует себя отстраненно. Попытки договориться устно хаотичны и сбивают ритм вечеринки.</a:t>
            </a:r>
          </a:p>
          <a:p>
            <a:r>
              <a:rPr lang="ru-RU" sz="1300" dirty="0">
                <a:latin typeface="Raleway" pitchFamily="2" charset="-52"/>
              </a:rPr>
              <a:t>Последствия: Снижение общей вовлеченности, </a:t>
            </a:r>
            <a:r>
              <a:rPr lang="ru-RU" sz="1300" dirty="0" err="1">
                <a:latin typeface="Raleway" pitchFamily="2" charset="-52"/>
              </a:rPr>
              <a:t>микроконфликты</a:t>
            </a:r>
            <a:r>
              <a:rPr lang="ru-RU" sz="1300" dirty="0">
                <a:latin typeface="Raleway" pitchFamily="2" charset="-52"/>
              </a:rPr>
              <a:t>, «залипание» в телефоны в попытках найти компромисс, преждевременное завершение мероприятия из-за скуки.</a:t>
            </a:r>
          </a:p>
        </p:txBody>
      </p:sp>
    </p:spTree>
    <p:extLst>
      <p:ext uri="{BB962C8B-B14F-4D97-AF65-F5344CB8AC3E}">
        <p14:creationId xmlns:p14="http://schemas.microsoft.com/office/powerpoint/2010/main" val="1390585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107A29C-B646-F1DD-4983-49F6E6B75919}"/>
            </a:ext>
          </a:extLst>
        </p:cNvPr>
        <p:cNvGrpSpPr/>
        <p:nvPr/>
      </p:nvGrpSpPr>
      <p:grpSpPr>
        <a:xfrm>
          <a:off x="0" y="0"/>
          <a:ext cx="0" cy="0"/>
          <a:chOff x="0" y="0"/>
          <a:chExt cx="0" cy="0"/>
        </a:xfrm>
      </p:grpSpPr>
      <p:pic>
        <p:nvPicPr>
          <p:cNvPr id="4" name="Рисунок 3">
            <a:extLst>
              <a:ext uri="{FF2B5EF4-FFF2-40B4-BE49-F238E27FC236}">
                <a16:creationId xmlns:a16="http://schemas.microsoft.com/office/drawing/2014/main" id="{40EE5100-7136-1676-8069-1EC112D52D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1966" y="5843927"/>
            <a:ext cx="1148487" cy="684766"/>
          </a:xfrm>
          <a:prstGeom prst="rect">
            <a:avLst/>
          </a:prstGeom>
        </p:spPr>
      </p:pic>
      <p:sp>
        <p:nvSpPr>
          <p:cNvPr id="5" name="TextBox 4">
            <a:extLst>
              <a:ext uri="{FF2B5EF4-FFF2-40B4-BE49-F238E27FC236}">
                <a16:creationId xmlns:a16="http://schemas.microsoft.com/office/drawing/2014/main" id="{4650481E-C4C3-8DDD-A7B7-F366A1781159}"/>
              </a:ext>
            </a:extLst>
          </p:cNvPr>
          <p:cNvSpPr txBox="1"/>
          <p:nvPr/>
        </p:nvSpPr>
        <p:spPr>
          <a:xfrm>
            <a:off x="800749" y="250980"/>
            <a:ext cx="10676802" cy="1015663"/>
          </a:xfrm>
          <a:prstGeom prst="rect">
            <a:avLst/>
          </a:prstGeom>
          <a:noFill/>
        </p:spPr>
        <p:txBody>
          <a:bodyPr wrap="square" rtlCol="0">
            <a:spAutoFit/>
          </a:bodyPr>
          <a:lstStyle/>
          <a:p>
            <a:r>
              <a:rPr lang="ru-RU" sz="5000" dirty="0">
                <a:solidFill>
                  <a:srgbClr val="F5E9D8"/>
                </a:solidFill>
                <a:latin typeface="RF Dewi Expanded Black" panose="00000A05000000000000" pitchFamily="2" charset="-52"/>
              </a:rPr>
              <a:t>ПОЧЕМУ ОНО  </a:t>
            </a:r>
            <a:r>
              <a:rPr lang="ru-RU" sz="6000" dirty="0">
                <a:solidFill>
                  <a:srgbClr val="EC611F"/>
                </a:solidFill>
                <a:latin typeface="Rhythmic RUS" pitchFamily="2" charset="0"/>
              </a:rPr>
              <a:t>АКТУАЛЬНО?</a:t>
            </a:r>
          </a:p>
        </p:txBody>
      </p:sp>
      <p:sp>
        <p:nvSpPr>
          <p:cNvPr id="21" name="Прямоугольник: скругленные углы 20">
            <a:extLst>
              <a:ext uri="{FF2B5EF4-FFF2-40B4-BE49-F238E27FC236}">
                <a16:creationId xmlns:a16="http://schemas.microsoft.com/office/drawing/2014/main" id="{05FD4BCD-9002-DC5F-E275-DBCF06B65DBA}"/>
              </a:ext>
            </a:extLst>
          </p:cNvPr>
          <p:cNvSpPr/>
          <p:nvPr/>
        </p:nvSpPr>
        <p:spPr>
          <a:xfrm>
            <a:off x="1392256" y="2246107"/>
            <a:ext cx="4412737" cy="3576870"/>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TextBox 21">
            <a:extLst>
              <a:ext uri="{FF2B5EF4-FFF2-40B4-BE49-F238E27FC236}">
                <a16:creationId xmlns:a16="http://schemas.microsoft.com/office/drawing/2014/main" id="{DCC27BD6-721E-8918-6C14-90C0F9AEA84E}"/>
              </a:ext>
            </a:extLst>
          </p:cNvPr>
          <p:cNvSpPr txBox="1"/>
          <p:nvPr/>
        </p:nvSpPr>
        <p:spPr>
          <a:xfrm>
            <a:off x="2099655" y="1461276"/>
            <a:ext cx="2997937" cy="784830"/>
          </a:xfrm>
          <a:prstGeom prst="rect">
            <a:avLst/>
          </a:prstGeom>
          <a:noFill/>
        </p:spPr>
        <p:txBody>
          <a:bodyPr wrap="none" rtlCol="0">
            <a:spAutoFit/>
          </a:bodyPr>
          <a:lstStyle/>
          <a:p>
            <a:r>
              <a:rPr lang="ru-RU" sz="4500" dirty="0">
                <a:solidFill>
                  <a:srgbClr val="EC611F"/>
                </a:solidFill>
                <a:latin typeface="Rhythmic RUS" pitchFamily="2" charset="0"/>
              </a:rPr>
              <a:t>проблемы</a:t>
            </a:r>
          </a:p>
        </p:txBody>
      </p:sp>
      <p:sp>
        <p:nvSpPr>
          <p:cNvPr id="23" name="TextBox 22">
            <a:extLst>
              <a:ext uri="{FF2B5EF4-FFF2-40B4-BE49-F238E27FC236}">
                <a16:creationId xmlns:a16="http://schemas.microsoft.com/office/drawing/2014/main" id="{063F5F6F-678B-9CD1-B215-F2D6A6C264DC}"/>
              </a:ext>
            </a:extLst>
          </p:cNvPr>
          <p:cNvSpPr txBox="1"/>
          <p:nvPr/>
        </p:nvSpPr>
        <p:spPr>
          <a:xfrm>
            <a:off x="1510573" y="2603381"/>
            <a:ext cx="4176100" cy="2862322"/>
          </a:xfrm>
          <a:prstGeom prst="rect">
            <a:avLst/>
          </a:prstGeom>
          <a:noFill/>
        </p:spPr>
        <p:txBody>
          <a:bodyPr wrap="square" rtlCol="0">
            <a:spAutoFit/>
          </a:bodyPr>
          <a:lstStyle/>
          <a:p>
            <a:pPr algn="ctr"/>
            <a:r>
              <a:rPr lang="ru-RU" dirty="0">
                <a:latin typeface="Raleway" pitchFamily="2" charset="-52"/>
              </a:rPr>
              <a:t>Социальное прослушивание музыки — огромный неосвоенный пласт. Миллионы людей собираются вместе: вечеринки, посиделки у костра, корпоративы, домашние встречи. Все они сталкиваются с проблемой выбора музыки: какой трек включить сейчас, какой следующий. У всех разные вкусы и интересы.</a:t>
            </a:r>
          </a:p>
        </p:txBody>
      </p:sp>
      <p:sp>
        <p:nvSpPr>
          <p:cNvPr id="2" name="Прямоугольник: скругленные углы 1">
            <a:extLst>
              <a:ext uri="{FF2B5EF4-FFF2-40B4-BE49-F238E27FC236}">
                <a16:creationId xmlns:a16="http://schemas.microsoft.com/office/drawing/2014/main" id="{52C80BEC-9CA0-3228-47C8-D410F9BC4E11}"/>
              </a:ext>
            </a:extLst>
          </p:cNvPr>
          <p:cNvSpPr/>
          <p:nvPr/>
        </p:nvSpPr>
        <p:spPr>
          <a:xfrm>
            <a:off x="6387007" y="2221460"/>
            <a:ext cx="4412737" cy="3576870"/>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TextBox 2">
            <a:extLst>
              <a:ext uri="{FF2B5EF4-FFF2-40B4-BE49-F238E27FC236}">
                <a16:creationId xmlns:a16="http://schemas.microsoft.com/office/drawing/2014/main" id="{100BF17C-977F-B2C8-A40A-0E60525635D6}"/>
              </a:ext>
            </a:extLst>
          </p:cNvPr>
          <p:cNvSpPr txBox="1"/>
          <p:nvPr/>
        </p:nvSpPr>
        <p:spPr>
          <a:xfrm>
            <a:off x="7248294" y="1396493"/>
            <a:ext cx="2690160" cy="784830"/>
          </a:xfrm>
          <a:prstGeom prst="rect">
            <a:avLst/>
          </a:prstGeom>
          <a:noFill/>
        </p:spPr>
        <p:txBody>
          <a:bodyPr wrap="none" rtlCol="0">
            <a:spAutoFit/>
          </a:bodyPr>
          <a:lstStyle/>
          <a:p>
            <a:r>
              <a:rPr lang="ru-RU" sz="4500" dirty="0">
                <a:solidFill>
                  <a:srgbClr val="EC611F"/>
                </a:solidFill>
                <a:latin typeface="Rhythmic RUS" pitchFamily="2" charset="0"/>
              </a:rPr>
              <a:t>РЕШЕНИЕ</a:t>
            </a:r>
          </a:p>
        </p:txBody>
      </p:sp>
      <p:sp>
        <p:nvSpPr>
          <p:cNvPr id="8" name="TextBox 7">
            <a:extLst>
              <a:ext uri="{FF2B5EF4-FFF2-40B4-BE49-F238E27FC236}">
                <a16:creationId xmlns:a16="http://schemas.microsoft.com/office/drawing/2014/main" id="{65432CAE-16AC-F8C7-DD9E-7B0E8961906E}"/>
              </a:ext>
            </a:extLst>
          </p:cNvPr>
          <p:cNvSpPr txBox="1"/>
          <p:nvPr/>
        </p:nvSpPr>
        <p:spPr>
          <a:xfrm>
            <a:off x="6505327" y="2440234"/>
            <a:ext cx="4176100" cy="3139321"/>
          </a:xfrm>
          <a:prstGeom prst="rect">
            <a:avLst/>
          </a:prstGeom>
          <a:noFill/>
        </p:spPr>
        <p:txBody>
          <a:bodyPr wrap="square" rtlCol="0">
            <a:spAutoFit/>
          </a:bodyPr>
          <a:lstStyle/>
          <a:p>
            <a:pPr algn="ctr"/>
            <a:r>
              <a:rPr lang="ru-RU" dirty="0">
                <a:latin typeface="Raleway" pitchFamily="2" charset="-52"/>
              </a:rPr>
              <a:t>Веб-приложение или мобильный сервис, который создает общую виртуальную «комнату» для прослушивания. Один пользователь создает комнату и подключает колонку (через Bluetooth или AUX к своему устройству), а остальные заходят в комнату по QR-коду или ссылке со своих смартфонов. Каждый может добавлять треки в общую очередь голосованием.</a:t>
            </a:r>
          </a:p>
        </p:txBody>
      </p:sp>
    </p:spTree>
    <p:extLst>
      <p:ext uri="{BB962C8B-B14F-4D97-AF65-F5344CB8AC3E}">
        <p14:creationId xmlns:p14="http://schemas.microsoft.com/office/powerpoint/2010/main" val="758313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3BCC68D-77BA-C45F-D013-CD0FB78F3E33}"/>
            </a:ext>
          </a:extLst>
        </p:cNvPr>
        <p:cNvGrpSpPr/>
        <p:nvPr/>
      </p:nvGrpSpPr>
      <p:grpSpPr>
        <a:xfrm>
          <a:off x="0" y="0"/>
          <a:ext cx="0" cy="0"/>
          <a:chOff x="0" y="0"/>
          <a:chExt cx="0" cy="0"/>
        </a:xfrm>
      </p:grpSpPr>
      <p:pic>
        <p:nvPicPr>
          <p:cNvPr id="4" name="Рисунок 3">
            <a:extLst>
              <a:ext uri="{FF2B5EF4-FFF2-40B4-BE49-F238E27FC236}">
                <a16:creationId xmlns:a16="http://schemas.microsoft.com/office/drawing/2014/main" id="{C4834D2D-0822-7213-8174-3BCE95585A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1966" y="5843927"/>
            <a:ext cx="1148487" cy="684766"/>
          </a:xfrm>
          <a:prstGeom prst="rect">
            <a:avLst/>
          </a:prstGeom>
        </p:spPr>
      </p:pic>
      <p:sp>
        <p:nvSpPr>
          <p:cNvPr id="5" name="TextBox 4">
            <a:extLst>
              <a:ext uri="{FF2B5EF4-FFF2-40B4-BE49-F238E27FC236}">
                <a16:creationId xmlns:a16="http://schemas.microsoft.com/office/drawing/2014/main" id="{42CCE34E-2A4E-EE79-2D29-30D6FDFE3A41}"/>
              </a:ext>
            </a:extLst>
          </p:cNvPr>
          <p:cNvSpPr txBox="1"/>
          <p:nvPr/>
        </p:nvSpPr>
        <p:spPr>
          <a:xfrm>
            <a:off x="1189197" y="250980"/>
            <a:ext cx="9813606" cy="1015663"/>
          </a:xfrm>
          <a:prstGeom prst="rect">
            <a:avLst/>
          </a:prstGeom>
          <a:noFill/>
        </p:spPr>
        <p:txBody>
          <a:bodyPr wrap="square" rtlCol="0">
            <a:spAutoFit/>
          </a:bodyPr>
          <a:lstStyle/>
          <a:p>
            <a:r>
              <a:rPr lang="ru-RU" sz="5000" dirty="0">
                <a:solidFill>
                  <a:srgbClr val="F5E9D8"/>
                </a:solidFill>
                <a:latin typeface="RF Dewi Expanded Black" panose="00000A05000000000000" pitchFamily="2" charset="-52"/>
              </a:rPr>
              <a:t>СЕГМЕНТАЦИЯ  </a:t>
            </a:r>
            <a:r>
              <a:rPr lang="ru-RU" sz="6000" dirty="0">
                <a:solidFill>
                  <a:srgbClr val="EC611F"/>
                </a:solidFill>
                <a:latin typeface="Rhythmic RUS" pitchFamily="2" charset="0"/>
              </a:rPr>
              <a:t>РЫНКА</a:t>
            </a:r>
          </a:p>
        </p:txBody>
      </p:sp>
      <p:sp>
        <p:nvSpPr>
          <p:cNvPr id="21" name="Прямоугольник: скругленные углы 20">
            <a:extLst>
              <a:ext uri="{FF2B5EF4-FFF2-40B4-BE49-F238E27FC236}">
                <a16:creationId xmlns:a16="http://schemas.microsoft.com/office/drawing/2014/main" id="{E2DCB7E6-EBD2-164E-80E7-6436049A8CAC}"/>
              </a:ext>
            </a:extLst>
          </p:cNvPr>
          <p:cNvSpPr/>
          <p:nvPr/>
        </p:nvSpPr>
        <p:spPr>
          <a:xfrm>
            <a:off x="1359393" y="4964994"/>
            <a:ext cx="8150367" cy="1211083"/>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3" name="TextBox 22">
            <a:extLst>
              <a:ext uri="{FF2B5EF4-FFF2-40B4-BE49-F238E27FC236}">
                <a16:creationId xmlns:a16="http://schemas.microsoft.com/office/drawing/2014/main" id="{2AF82BB4-4234-11C1-E1B1-4383A0B4E92D}"/>
              </a:ext>
            </a:extLst>
          </p:cNvPr>
          <p:cNvSpPr txBox="1"/>
          <p:nvPr/>
        </p:nvSpPr>
        <p:spPr>
          <a:xfrm>
            <a:off x="1580082" y="5031926"/>
            <a:ext cx="7871155" cy="1077218"/>
          </a:xfrm>
          <a:prstGeom prst="rect">
            <a:avLst/>
          </a:prstGeom>
          <a:noFill/>
        </p:spPr>
        <p:txBody>
          <a:bodyPr wrap="square" rtlCol="0">
            <a:spAutoFit/>
          </a:bodyPr>
          <a:lstStyle/>
          <a:p>
            <a:r>
              <a:rPr lang="ru-RU" sz="1600" dirty="0">
                <a:latin typeface="Raleway" pitchFamily="2" charset="-52"/>
              </a:rPr>
              <a:t>Компании друзей. Несмотря на низкую прямую монетизацию , это самый массовый сегмент. Он будет легко распространяться благодаря QR-коду и социальному распространению. Это создаст пользовательскую базу, затем приложение можно предлагать владельцам заведений.</a:t>
            </a:r>
          </a:p>
        </p:txBody>
      </p:sp>
      <p:pic>
        <p:nvPicPr>
          <p:cNvPr id="3" name="Рисунок 2">
            <a:extLst>
              <a:ext uri="{FF2B5EF4-FFF2-40B4-BE49-F238E27FC236}">
                <a16:creationId xmlns:a16="http://schemas.microsoft.com/office/drawing/2014/main" id="{86529D48-A38C-4299-F4DC-575B0101DD74}"/>
              </a:ext>
            </a:extLst>
          </p:cNvPr>
          <p:cNvPicPr>
            <a:picLocks noChangeAspect="1"/>
          </p:cNvPicPr>
          <p:nvPr/>
        </p:nvPicPr>
        <p:blipFill>
          <a:blip r:embed="rId4"/>
          <a:stretch>
            <a:fillRect/>
          </a:stretch>
        </p:blipFill>
        <p:spPr>
          <a:xfrm>
            <a:off x="1359392" y="1578952"/>
            <a:ext cx="9473215" cy="2861375"/>
          </a:xfrm>
          <a:prstGeom prst="rect">
            <a:avLst/>
          </a:prstGeom>
        </p:spPr>
      </p:pic>
    </p:spTree>
    <p:extLst>
      <p:ext uri="{BB962C8B-B14F-4D97-AF65-F5344CB8AC3E}">
        <p14:creationId xmlns:p14="http://schemas.microsoft.com/office/powerpoint/2010/main" val="754891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04AE1B0-DE50-D963-16A8-5DAFAFB43BBD}"/>
            </a:ext>
          </a:extLst>
        </p:cNvPr>
        <p:cNvGrpSpPr/>
        <p:nvPr/>
      </p:nvGrpSpPr>
      <p:grpSpPr>
        <a:xfrm>
          <a:off x="0" y="0"/>
          <a:ext cx="0" cy="0"/>
          <a:chOff x="0" y="0"/>
          <a:chExt cx="0" cy="0"/>
        </a:xfrm>
      </p:grpSpPr>
      <p:pic>
        <p:nvPicPr>
          <p:cNvPr id="4" name="Рисунок 3">
            <a:extLst>
              <a:ext uri="{FF2B5EF4-FFF2-40B4-BE49-F238E27FC236}">
                <a16:creationId xmlns:a16="http://schemas.microsoft.com/office/drawing/2014/main" id="{F44046BA-228E-1103-4EEF-E4663368B4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1966" y="5843927"/>
            <a:ext cx="1148487" cy="684766"/>
          </a:xfrm>
          <a:prstGeom prst="rect">
            <a:avLst/>
          </a:prstGeom>
        </p:spPr>
      </p:pic>
      <p:sp>
        <p:nvSpPr>
          <p:cNvPr id="5" name="TextBox 4">
            <a:extLst>
              <a:ext uri="{FF2B5EF4-FFF2-40B4-BE49-F238E27FC236}">
                <a16:creationId xmlns:a16="http://schemas.microsoft.com/office/drawing/2014/main" id="{47AC0C4A-A1A8-5CA5-3D70-C47CB9846028}"/>
              </a:ext>
            </a:extLst>
          </p:cNvPr>
          <p:cNvSpPr txBox="1"/>
          <p:nvPr/>
        </p:nvSpPr>
        <p:spPr>
          <a:xfrm>
            <a:off x="1189197" y="250980"/>
            <a:ext cx="9813606" cy="1015663"/>
          </a:xfrm>
          <a:prstGeom prst="rect">
            <a:avLst/>
          </a:prstGeom>
          <a:noFill/>
        </p:spPr>
        <p:txBody>
          <a:bodyPr wrap="square" rtlCol="0">
            <a:spAutoFit/>
          </a:bodyPr>
          <a:lstStyle/>
          <a:p>
            <a:r>
              <a:rPr lang="ru-RU" sz="5000" dirty="0">
                <a:solidFill>
                  <a:srgbClr val="F5E9D8"/>
                </a:solidFill>
                <a:latin typeface="RF Dewi Expanded Black" panose="00000A05000000000000" pitchFamily="2" charset="-52"/>
              </a:rPr>
              <a:t>КТО НАША  </a:t>
            </a:r>
            <a:r>
              <a:rPr lang="ru-RU" sz="6000" dirty="0">
                <a:solidFill>
                  <a:srgbClr val="EC611F"/>
                </a:solidFill>
                <a:latin typeface="Rhythmic RUS" pitchFamily="2" charset="0"/>
              </a:rPr>
              <a:t>аудитория?</a:t>
            </a:r>
          </a:p>
        </p:txBody>
      </p:sp>
      <p:sp>
        <p:nvSpPr>
          <p:cNvPr id="21" name="Прямоугольник: скругленные углы 20">
            <a:extLst>
              <a:ext uri="{FF2B5EF4-FFF2-40B4-BE49-F238E27FC236}">
                <a16:creationId xmlns:a16="http://schemas.microsoft.com/office/drawing/2014/main" id="{5E463F51-A016-40EC-9354-3C0BA63566EC}"/>
              </a:ext>
            </a:extLst>
          </p:cNvPr>
          <p:cNvSpPr/>
          <p:nvPr/>
        </p:nvSpPr>
        <p:spPr>
          <a:xfrm>
            <a:off x="1392256" y="2246107"/>
            <a:ext cx="4412737" cy="3576870"/>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TextBox 21">
            <a:extLst>
              <a:ext uri="{FF2B5EF4-FFF2-40B4-BE49-F238E27FC236}">
                <a16:creationId xmlns:a16="http://schemas.microsoft.com/office/drawing/2014/main" id="{3B064876-4C20-8A8B-68A7-9A1DEC2C4FAC}"/>
              </a:ext>
            </a:extLst>
          </p:cNvPr>
          <p:cNvSpPr txBox="1"/>
          <p:nvPr/>
        </p:nvSpPr>
        <p:spPr>
          <a:xfrm>
            <a:off x="1895272" y="1461277"/>
            <a:ext cx="3406702" cy="784830"/>
          </a:xfrm>
          <a:prstGeom prst="rect">
            <a:avLst/>
          </a:prstGeom>
          <a:noFill/>
        </p:spPr>
        <p:txBody>
          <a:bodyPr wrap="none" rtlCol="0">
            <a:spAutoFit/>
          </a:bodyPr>
          <a:lstStyle/>
          <a:p>
            <a:r>
              <a:rPr lang="ru-RU" sz="4500" dirty="0">
                <a:solidFill>
                  <a:srgbClr val="EC611F"/>
                </a:solidFill>
                <a:latin typeface="Rhythmic RUS" pitchFamily="2" charset="0"/>
              </a:rPr>
              <a:t>Аудитория</a:t>
            </a:r>
          </a:p>
        </p:txBody>
      </p:sp>
      <p:sp>
        <p:nvSpPr>
          <p:cNvPr id="23" name="TextBox 22">
            <a:extLst>
              <a:ext uri="{FF2B5EF4-FFF2-40B4-BE49-F238E27FC236}">
                <a16:creationId xmlns:a16="http://schemas.microsoft.com/office/drawing/2014/main" id="{6CF15DF8-C75D-59BF-458A-049A2DC01BB0}"/>
              </a:ext>
            </a:extLst>
          </p:cNvPr>
          <p:cNvSpPr txBox="1"/>
          <p:nvPr/>
        </p:nvSpPr>
        <p:spPr>
          <a:xfrm>
            <a:off x="1510573" y="2870529"/>
            <a:ext cx="4176100" cy="2308324"/>
          </a:xfrm>
          <a:prstGeom prst="rect">
            <a:avLst/>
          </a:prstGeom>
          <a:noFill/>
        </p:spPr>
        <p:txBody>
          <a:bodyPr wrap="square" rtlCol="0">
            <a:spAutoFit/>
          </a:bodyPr>
          <a:lstStyle/>
          <a:p>
            <a:pPr algn="ctr"/>
            <a:r>
              <a:rPr lang="ru-RU" dirty="0">
                <a:latin typeface="Raleway" pitchFamily="2" charset="-52"/>
              </a:rPr>
              <a:t>146 119 928 - столько людей живут в России по данным с Википедии на 2025 год</a:t>
            </a:r>
          </a:p>
          <a:p>
            <a:pPr algn="ctr"/>
            <a:endParaRPr lang="ru-RU" dirty="0">
              <a:latin typeface="Raleway" pitchFamily="2" charset="-52"/>
            </a:endParaRPr>
          </a:p>
          <a:p>
            <a:pPr algn="ctr"/>
            <a:endParaRPr lang="ru-RU" dirty="0">
              <a:latin typeface="Raleway" pitchFamily="2" charset="-52"/>
            </a:endParaRPr>
          </a:p>
          <a:p>
            <a:pPr algn="ctr"/>
            <a:r>
              <a:rPr lang="ru-RU" dirty="0">
                <a:latin typeface="Raleway" pitchFamily="2" charset="-52"/>
              </a:rPr>
              <a:t>TAM - 105 миллионов человек</a:t>
            </a:r>
          </a:p>
          <a:p>
            <a:pPr algn="ctr"/>
            <a:r>
              <a:rPr lang="ru-RU" dirty="0">
                <a:latin typeface="Raleway" pitchFamily="2" charset="-52"/>
              </a:rPr>
              <a:t>SAM - 59 миллионов человек</a:t>
            </a:r>
          </a:p>
          <a:p>
            <a:pPr algn="ctr"/>
            <a:r>
              <a:rPr lang="ru-RU" dirty="0">
                <a:latin typeface="Raleway" pitchFamily="2" charset="-52"/>
              </a:rPr>
              <a:t>SOM – 25 миллионов человек</a:t>
            </a:r>
          </a:p>
        </p:txBody>
      </p:sp>
      <p:sp>
        <p:nvSpPr>
          <p:cNvPr id="9" name="TextBox 8">
            <a:extLst>
              <a:ext uri="{FF2B5EF4-FFF2-40B4-BE49-F238E27FC236}">
                <a16:creationId xmlns:a16="http://schemas.microsoft.com/office/drawing/2014/main" id="{355B9900-FECA-0760-A10A-1DAA9A954799}"/>
              </a:ext>
            </a:extLst>
          </p:cNvPr>
          <p:cNvSpPr txBox="1"/>
          <p:nvPr/>
        </p:nvSpPr>
        <p:spPr>
          <a:xfrm>
            <a:off x="6841936" y="1461277"/>
            <a:ext cx="3454792" cy="784830"/>
          </a:xfrm>
          <a:prstGeom prst="rect">
            <a:avLst/>
          </a:prstGeom>
          <a:noFill/>
        </p:spPr>
        <p:txBody>
          <a:bodyPr wrap="none" rtlCol="0">
            <a:spAutoFit/>
          </a:bodyPr>
          <a:lstStyle/>
          <a:p>
            <a:r>
              <a:rPr lang="ru-RU" sz="4500" dirty="0">
                <a:solidFill>
                  <a:srgbClr val="EC611F"/>
                </a:solidFill>
                <a:latin typeface="Rhythmic RUS" pitchFamily="2" charset="0"/>
              </a:rPr>
              <a:t>диаграмма</a:t>
            </a:r>
          </a:p>
        </p:txBody>
      </p:sp>
      <p:pic>
        <p:nvPicPr>
          <p:cNvPr id="11" name="Рисунок 10">
            <a:extLst>
              <a:ext uri="{FF2B5EF4-FFF2-40B4-BE49-F238E27FC236}">
                <a16:creationId xmlns:a16="http://schemas.microsoft.com/office/drawing/2014/main" id="{903B37A1-46DE-487F-B6F7-8BD28488C3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06135" y="2440741"/>
            <a:ext cx="3326393" cy="3326393"/>
          </a:xfrm>
          <a:prstGeom prst="rect">
            <a:avLst/>
          </a:prstGeom>
        </p:spPr>
      </p:pic>
    </p:spTree>
    <p:extLst>
      <p:ext uri="{BB962C8B-B14F-4D97-AF65-F5344CB8AC3E}">
        <p14:creationId xmlns:p14="http://schemas.microsoft.com/office/powerpoint/2010/main" val="1829998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252E5F5-93FA-151B-EC37-8A44CFB5949D}"/>
            </a:ext>
          </a:extLst>
        </p:cNvPr>
        <p:cNvGrpSpPr/>
        <p:nvPr/>
      </p:nvGrpSpPr>
      <p:grpSpPr>
        <a:xfrm>
          <a:off x="0" y="0"/>
          <a:ext cx="0" cy="0"/>
          <a:chOff x="0" y="0"/>
          <a:chExt cx="0" cy="0"/>
        </a:xfrm>
      </p:grpSpPr>
      <p:pic>
        <p:nvPicPr>
          <p:cNvPr id="4" name="Рисунок 3">
            <a:extLst>
              <a:ext uri="{FF2B5EF4-FFF2-40B4-BE49-F238E27FC236}">
                <a16:creationId xmlns:a16="http://schemas.microsoft.com/office/drawing/2014/main" id="{0D418537-A0CB-EFAD-3CC5-F0AF926CF6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1966" y="5843927"/>
            <a:ext cx="1148487" cy="684766"/>
          </a:xfrm>
          <a:prstGeom prst="rect">
            <a:avLst/>
          </a:prstGeom>
        </p:spPr>
      </p:pic>
      <p:sp>
        <p:nvSpPr>
          <p:cNvPr id="5" name="TextBox 4">
            <a:extLst>
              <a:ext uri="{FF2B5EF4-FFF2-40B4-BE49-F238E27FC236}">
                <a16:creationId xmlns:a16="http://schemas.microsoft.com/office/drawing/2014/main" id="{065C56A4-F760-B52C-67C8-F3504942F01D}"/>
              </a:ext>
            </a:extLst>
          </p:cNvPr>
          <p:cNvSpPr txBox="1"/>
          <p:nvPr/>
        </p:nvSpPr>
        <p:spPr>
          <a:xfrm>
            <a:off x="1006686" y="250980"/>
            <a:ext cx="10295667" cy="1015663"/>
          </a:xfrm>
          <a:prstGeom prst="rect">
            <a:avLst/>
          </a:prstGeom>
          <a:noFill/>
        </p:spPr>
        <p:txBody>
          <a:bodyPr wrap="square" rtlCol="0">
            <a:spAutoFit/>
          </a:bodyPr>
          <a:lstStyle/>
          <a:p>
            <a:r>
              <a:rPr lang="ru-RU" sz="5000" dirty="0">
                <a:solidFill>
                  <a:srgbClr val="F5E9D8"/>
                </a:solidFill>
                <a:latin typeface="RF Dewi Expanded Black" panose="00000A05000000000000" pitchFamily="2" charset="-52"/>
              </a:rPr>
              <a:t>КТО НАШИ  </a:t>
            </a:r>
            <a:r>
              <a:rPr lang="ru-RU" sz="6000" dirty="0">
                <a:solidFill>
                  <a:srgbClr val="EC611F"/>
                </a:solidFill>
                <a:latin typeface="Rhythmic RUS" pitchFamily="2" charset="0"/>
              </a:rPr>
              <a:t>КОНКУРЕНТЫ?</a:t>
            </a:r>
          </a:p>
        </p:txBody>
      </p:sp>
      <p:sp>
        <p:nvSpPr>
          <p:cNvPr id="23" name="TextBox 22">
            <a:extLst>
              <a:ext uri="{FF2B5EF4-FFF2-40B4-BE49-F238E27FC236}">
                <a16:creationId xmlns:a16="http://schemas.microsoft.com/office/drawing/2014/main" id="{A7ACA2A3-EC13-7369-B8C1-858AD8FC4C85}"/>
              </a:ext>
            </a:extLst>
          </p:cNvPr>
          <p:cNvSpPr txBox="1"/>
          <p:nvPr/>
        </p:nvSpPr>
        <p:spPr>
          <a:xfrm>
            <a:off x="7969821" y="2167135"/>
            <a:ext cx="3509849" cy="1754326"/>
          </a:xfrm>
          <a:prstGeom prst="rect">
            <a:avLst/>
          </a:prstGeom>
          <a:noFill/>
        </p:spPr>
        <p:txBody>
          <a:bodyPr wrap="square" rtlCol="0">
            <a:spAutoFit/>
          </a:bodyPr>
          <a:lstStyle/>
          <a:p>
            <a:pPr algn="ctr"/>
            <a:r>
              <a:rPr lang="ru-RU" sz="3600" dirty="0">
                <a:solidFill>
                  <a:srgbClr val="F5E9D8"/>
                </a:solidFill>
                <a:latin typeface="RF Dewi Expanded Black" panose="00000A05000000000000" pitchFamily="2" charset="-52"/>
              </a:rPr>
              <a:t>Apple Music </a:t>
            </a:r>
            <a:r>
              <a:rPr lang="ru-RU" sz="3600" dirty="0" err="1">
                <a:solidFill>
                  <a:srgbClr val="F5E9D8"/>
                </a:solidFill>
                <a:latin typeface="RF Dewi Expanded Black" panose="00000A05000000000000" pitchFamily="2" charset="-52"/>
              </a:rPr>
              <a:t>SharePlay</a:t>
            </a:r>
            <a:endParaRPr lang="ru-RU" sz="3600" dirty="0">
              <a:solidFill>
                <a:srgbClr val="F5E9D8"/>
              </a:solidFill>
              <a:latin typeface="RF Dewi Expanded Black" panose="00000A05000000000000" pitchFamily="2" charset="-52"/>
            </a:endParaRPr>
          </a:p>
        </p:txBody>
      </p:sp>
      <p:sp>
        <p:nvSpPr>
          <p:cNvPr id="11" name="TextBox 10">
            <a:extLst>
              <a:ext uri="{FF2B5EF4-FFF2-40B4-BE49-F238E27FC236}">
                <a16:creationId xmlns:a16="http://schemas.microsoft.com/office/drawing/2014/main" id="{EBC7BDAE-C71B-94CD-0A36-D42CC36AE9AE}"/>
              </a:ext>
            </a:extLst>
          </p:cNvPr>
          <p:cNvSpPr txBox="1"/>
          <p:nvPr/>
        </p:nvSpPr>
        <p:spPr>
          <a:xfrm>
            <a:off x="4336302" y="4289190"/>
            <a:ext cx="3636434" cy="1754326"/>
          </a:xfrm>
          <a:prstGeom prst="rect">
            <a:avLst/>
          </a:prstGeom>
          <a:noFill/>
        </p:spPr>
        <p:txBody>
          <a:bodyPr wrap="square" rtlCol="0">
            <a:spAutoFit/>
          </a:bodyPr>
          <a:lstStyle/>
          <a:p>
            <a:pPr algn="ctr"/>
            <a:r>
              <a:rPr lang="ru-RU" sz="3600" dirty="0">
                <a:solidFill>
                  <a:srgbClr val="F5E9D8"/>
                </a:solidFill>
                <a:latin typeface="RF Dewi Expanded Black" panose="00000A05000000000000" pitchFamily="2" charset="-52"/>
              </a:rPr>
              <a:t>JQBX (ранее </a:t>
            </a:r>
            <a:r>
              <a:rPr lang="ru-RU" sz="3600" dirty="0" err="1">
                <a:solidFill>
                  <a:srgbClr val="F5E9D8"/>
                </a:solidFill>
                <a:latin typeface="RF Dewi Expanded Black" panose="00000A05000000000000" pitchFamily="2" charset="-52"/>
              </a:rPr>
              <a:t>Soundrop</a:t>
            </a:r>
            <a:r>
              <a:rPr lang="ru-RU" sz="3600" dirty="0">
                <a:solidFill>
                  <a:srgbClr val="F5E9D8"/>
                </a:solidFill>
                <a:latin typeface="RF Dewi Expanded Black" panose="00000A05000000000000" pitchFamily="2" charset="-52"/>
              </a:rPr>
              <a:t>)</a:t>
            </a:r>
          </a:p>
        </p:txBody>
      </p:sp>
      <p:sp>
        <p:nvSpPr>
          <p:cNvPr id="12" name="TextBox 11">
            <a:extLst>
              <a:ext uri="{FF2B5EF4-FFF2-40B4-BE49-F238E27FC236}">
                <a16:creationId xmlns:a16="http://schemas.microsoft.com/office/drawing/2014/main" id="{8C2413C3-DBEF-0AA5-6C56-168BD2E1F481}"/>
              </a:ext>
            </a:extLst>
          </p:cNvPr>
          <p:cNvSpPr txBox="1"/>
          <p:nvPr/>
        </p:nvSpPr>
        <p:spPr>
          <a:xfrm>
            <a:off x="594721" y="2167135"/>
            <a:ext cx="4176100" cy="1754326"/>
          </a:xfrm>
          <a:prstGeom prst="rect">
            <a:avLst/>
          </a:prstGeom>
          <a:noFill/>
        </p:spPr>
        <p:txBody>
          <a:bodyPr wrap="square" rtlCol="0">
            <a:spAutoFit/>
          </a:bodyPr>
          <a:lstStyle/>
          <a:p>
            <a:pPr algn="ctr"/>
            <a:r>
              <a:rPr lang="ru-RU" sz="3600" dirty="0" err="1">
                <a:solidFill>
                  <a:srgbClr val="F5E9D8"/>
                </a:solidFill>
                <a:latin typeface="RF Dewi Expanded Black" panose="00000A05000000000000" pitchFamily="2" charset="-52"/>
              </a:rPr>
              <a:t>Spotify</a:t>
            </a:r>
            <a:r>
              <a:rPr lang="ru-RU" sz="3600" dirty="0">
                <a:solidFill>
                  <a:srgbClr val="F5E9D8"/>
                </a:solidFill>
                <a:latin typeface="RF Dewi Expanded Black" panose="00000A05000000000000" pitchFamily="2" charset="-52"/>
              </a:rPr>
              <a:t> Group </a:t>
            </a:r>
            <a:r>
              <a:rPr lang="ru-RU" sz="3600" dirty="0" err="1">
                <a:solidFill>
                  <a:srgbClr val="F5E9D8"/>
                </a:solidFill>
                <a:latin typeface="RF Dewi Expanded Black" panose="00000A05000000000000" pitchFamily="2" charset="-52"/>
              </a:rPr>
              <a:t>Session</a:t>
            </a:r>
            <a:endParaRPr lang="ru-RU" sz="3600" dirty="0">
              <a:solidFill>
                <a:srgbClr val="F5E9D8"/>
              </a:solidFill>
              <a:latin typeface="RF Dewi Expanded Black" panose="00000A05000000000000" pitchFamily="2" charset="-52"/>
            </a:endParaRPr>
          </a:p>
        </p:txBody>
      </p:sp>
    </p:spTree>
    <p:extLst>
      <p:ext uri="{BB962C8B-B14F-4D97-AF65-F5344CB8AC3E}">
        <p14:creationId xmlns:p14="http://schemas.microsoft.com/office/powerpoint/2010/main" val="2576951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1494929-0E94-87F6-9564-7268A4536818}"/>
            </a:ext>
          </a:extLst>
        </p:cNvPr>
        <p:cNvGrpSpPr/>
        <p:nvPr/>
      </p:nvGrpSpPr>
      <p:grpSpPr>
        <a:xfrm>
          <a:off x="0" y="0"/>
          <a:ext cx="0" cy="0"/>
          <a:chOff x="0" y="0"/>
          <a:chExt cx="0" cy="0"/>
        </a:xfrm>
      </p:grpSpPr>
      <p:pic>
        <p:nvPicPr>
          <p:cNvPr id="4" name="Рисунок 3">
            <a:extLst>
              <a:ext uri="{FF2B5EF4-FFF2-40B4-BE49-F238E27FC236}">
                <a16:creationId xmlns:a16="http://schemas.microsoft.com/office/drawing/2014/main" id="{6B0EF9FA-A6FF-FC8F-CD45-67DC96AFE5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1966" y="5843927"/>
            <a:ext cx="1148487" cy="684766"/>
          </a:xfrm>
          <a:prstGeom prst="rect">
            <a:avLst/>
          </a:prstGeom>
        </p:spPr>
      </p:pic>
      <p:sp>
        <p:nvSpPr>
          <p:cNvPr id="5" name="TextBox 4">
            <a:extLst>
              <a:ext uri="{FF2B5EF4-FFF2-40B4-BE49-F238E27FC236}">
                <a16:creationId xmlns:a16="http://schemas.microsoft.com/office/drawing/2014/main" id="{F4CCDAF0-5F08-F11A-7D1C-E37590315532}"/>
              </a:ext>
            </a:extLst>
          </p:cNvPr>
          <p:cNvSpPr txBox="1"/>
          <p:nvPr/>
        </p:nvSpPr>
        <p:spPr>
          <a:xfrm>
            <a:off x="2746592" y="202193"/>
            <a:ext cx="6997254" cy="1015663"/>
          </a:xfrm>
          <a:prstGeom prst="rect">
            <a:avLst/>
          </a:prstGeom>
          <a:noFill/>
        </p:spPr>
        <p:txBody>
          <a:bodyPr wrap="square" rtlCol="0">
            <a:spAutoFit/>
          </a:bodyPr>
          <a:lstStyle/>
          <a:p>
            <a:r>
              <a:rPr lang="ru-RU" sz="5000" dirty="0">
                <a:solidFill>
                  <a:srgbClr val="F5E9D8"/>
                </a:solidFill>
                <a:latin typeface="RF Dewi Expanded Black" panose="00000A05000000000000" pitchFamily="2" charset="-52"/>
              </a:rPr>
              <a:t>КАКИЕ  </a:t>
            </a:r>
            <a:r>
              <a:rPr lang="ru-RU" sz="6000" dirty="0">
                <a:solidFill>
                  <a:srgbClr val="EC611F"/>
                </a:solidFill>
                <a:latin typeface="Rhythmic RUS" pitchFamily="2" charset="0"/>
              </a:rPr>
              <a:t>ВЫВОДЫ?</a:t>
            </a:r>
          </a:p>
        </p:txBody>
      </p:sp>
      <p:sp>
        <p:nvSpPr>
          <p:cNvPr id="21" name="Прямоугольник: скругленные углы 20">
            <a:extLst>
              <a:ext uri="{FF2B5EF4-FFF2-40B4-BE49-F238E27FC236}">
                <a16:creationId xmlns:a16="http://schemas.microsoft.com/office/drawing/2014/main" id="{4AD2A2EC-89AA-F231-CB10-F6B76824B893}"/>
              </a:ext>
            </a:extLst>
          </p:cNvPr>
          <p:cNvSpPr/>
          <p:nvPr/>
        </p:nvSpPr>
        <p:spPr>
          <a:xfrm>
            <a:off x="3889633" y="2202215"/>
            <a:ext cx="4412737" cy="3576870"/>
          </a:xfrm>
          <a:prstGeom prst="roundRect">
            <a:avLst/>
          </a:prstGeom>
          <a:solidFill>
            <a:srgbClr val="F5E9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TextBox 21">
            <a:extLst>
              <a:ext uri="{FF2B5EF4-FFF2-40B4-BE49-F238E27FC236}">
                <a16:creationId xmlns:a16="http://schemas.microsoft.com/office/drawing/2014/main" id="{FD89CE82-420A-35E6-A85C-E476B4E8C9DA}"/>
              </a:ext>
            </a:extLst>
          </p:cNvPr>
          <p:cNvSpPr txBox="1"/>
          <p:nvPr/>
        </p:nvSpPr>
        <p:spPr>
          <a:xfrm>
            <a:off x="5089955" y="1417385"/>
            <a:ext cx="2012089" cy="784830"/>
          </a:xfrm>
          <a:prstGeom prst="rect">
            <a:avLst/>
          </a:prstGeom>
          <a:noFill/>
        </p:spPr>
        <p:txBody>
          <a:bodyPr wrap="none" rtlCol="0">
            <a:spAutoFit/>
          </a:bodyPr>
          <a:lstStyle/>
          <a:p>
            <a:r>
              <a:rPr lang="ru-RU" sz="4500" dirty="0">
                <a:solidFill>
                  <a:srgbClr val="EC611F"/>
                </a:solidFill>
                <a:latin typeface="Rhythmic RUS" pitchFamily="2" charset="0"/>
              </a:rPr>
              <a:t>ВЫВОД</a:t>
            </a:r>
          </a:p>
        </p:txBody>
      </p:sp>
      <p:sp>
        <p:nvSpPr>
          <p:cNvPr id="23" name="TextBox 22">
            <a:extLst>
              <a:ext uri="{FF2B5EF4-FFF2-40B4-BE49-F238E27FC236}">
                <a16:creationId xmlns:a16="http://schemas.microsoft.com/office/drawing/2014/main" id="{8A04C5E3-2922-0E29-207A-190C87504989}"/>
              </a:ext>
            </a:extLst>
          </p:cNvPr>
          <p:cNvSpPr txBox="1"/>
          <p:nvPr/>
        </p:nvSpPr>
        <p:spPr>
          <a:xfrm>
            <a:off x="4007949" y="2282490"/>
            <a:ext cx="4176100" cy="3416320"/>
          </a:xfrm>
          <a:prstGeom prst="rect">
            <a:avLst/>
          </a:prstGeom>
          <a:noFill/>
        </p:spPr>
        <p:txBody>
          <a:bodyPr wrap="square" rtlCol="0">
            <a:spAutoFit/>
          </a:bodyPr>
          <a:lstStyle/>
          <a:p>
            <a:pPr algn="ctr"/>
            <a:r>
              <a:rPr lang="ru-RU" dirty="0">
                <a:latin typeface="Raleway" pitchFamily="2" charset="-52"/>
              </a:rPr>
              <a:t>Несмотря на наличие решений от гигантов, массовая аудитория до сих пор слушает музыку в компаниях по старинке — с телефона одного человека. Продукт вроде </a:t>
            </a:r>
            <a:r>
              <a:rPr lang="ru-RU" dirty="0" err="1">
                <a:latin typeface="Raleway" pitchFamily="2" charset="-52"/>
              </a:rPr>
              <a:t>Jointune</a:t>
            </a:r>
            <a:r>
              <a:rPr lang="ru-RU" dirty="0">
                <a:latin typeface="Raleway" pitchFamily="2" charset="-52"/>
              </a:rPr>
              <a:t>, который не требует от всех участников премиум-подписок, работает через простой QR-код и дает каждому гостю чувство влияния на происходящее, способен стать стандартом для вечеринок.</a:t>
            </a:r>
          </a:p>
        </p:txBody>
      </p:sp>
    </p:spTree>
    <p:extLst>
      <p:ext uri="{BB962C8B-B14F-4D97-AF65-F5344CB8AC3E}">
        <p14:creationId xmlns:p14="http://schemas.microsoft.com/office/powerpoint/2010/main" val="2551585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03C5DC0-015E-FC4E-0B41-0E908AF84D08}"/>
            </a:ext>
          </a:extLst>
        </p:cNvPr>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81656DF3-E853-010C-5EC2-98CCC535E0F4}"/>
              </a:ext>
            </a:extLst>
          </p:cNvPr>
          <p:cNvSpPr>
            <a:spLocks noGrp="1"/>
          </p:cNvSpPr>
          <p:nvPr>
            <p:ph type="subTitle" idx="1"/>
          </p:nvPr>
        </p:nvSpPr>
        <p:spPr/>
        <p:txBody>
          <a:bodyPr/>
          <a:lstStyle/>
          <a:p>
            <a:r>
              <a:rPr lang="ru-RU" dirty="0"/>
              <a:t>Своя музыка для всех</a:t>
            </a:r>
          </a:p>
        </p:txBody>
      </p:sp>
      <p:pic>
        <p:nvPicPr>
          <p:cNvPr id="11" name="Рисунок 10">
            <a:extLst>
              <a:ext uri="{FF2B5EF4-FFF2-40B4-BE49-F238E27FC236}">
                <a16:creationId xmlns:a16="http://schemas.microsoft.com/office/drawing/2014/main" id="{82216AA4-09E4-A073-4856-4900F3EF32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6280" y="-1125076"/>
            <a:ext cx="8859439" cy="8859439"/>
          </a:xfrm>
          <a:prstGeom prst="rect">
            <a:avLst/>
          </a:prstGeom>
        </p:spPr>
      </p:pic>
      <p:sp>
        <p:nvSpPr>
          <p:cNvPr id="12" name="TextBox 11">
            <a:extLst>
              <a:ext uri="{FF2B5EF4-FFF2-40B4-BE49-F238E27FC236}">
                <a16:creationId xmlns:a16="http://schemas.microsoft.com/office/drawing/2014/main" id="{DB1B5EF9-E124-5D23-CF83-B668A1AEC1C8}"/>
              </a:ext>
            </a:extLst>
          </p:cNvPr>
          <p:cNvSpPr txBox="1"/>
          <p:nvPr/>
        </p:nvSpPr>
        <p:spPr>
          <a:xfrm>
            <a:off x="3618476" y="5473861"/>
            <a:ext cx="4955045" cy="553998"/>
          </a:xfrm>
          <a:prstGeom prst="rect">
            <a:avLst/>
          </a:prstGeom>
          <a:noFill/>
        </p:spPr>
        <p:txBody>
          <a:bodyPr wrap="square" rtlCol="0">
            <a:spAutoFit/>
          </a:bodyPr>
          <a:lstStyle/>
          <a:p>
            <a:r>
              <a:rPr lang="ru-RU" sz="2200" i="1" dirty="0">
                <a:solidFill>
                  <a:srgbClr val="F5E9D8"/>
                </a:solidFill>
                <a:latin typeface="RF Dewi Expanded Black" panose="00000A05000000000000" pitchFamily="2" charset="-52"/>
              </a:rPr>
              <a:t>СВОЯ МУЗЫКА ДЛЯ  </a:t>
            </a:r>
            <a:r>
              <a:rPr lang="ru-RU" sz="3000" dirty="0">
                <a:solidFill>
                  <a:srgbClr val="EC611F"/>
                </a:solidFill>
                <a:latin typeface="Rhythmic RUS" pitchFamily="2" charset="0"/>
              </a:rPr>
              <a:t>ВСЕХ</a:t>
            </a:r>
          </a:p>
        </p:txBody>
      </p:sp>
    </p:spTree>
    <p:extLst>
      <p:ext uri="{BB962C8B-B14F-4D97-AF65-F5344CB8AC3E}">
        <p14:creationId xmlns:p14="http://schemas.microsoft.com/office/powerpoint/2010/main" val="347404305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471</Words>
  <Application>Microsoft Office PowerPoint</Application>
  <PresentationFormat>Широкоэкранный</PresentationFormat>
  <Paragraphs>53</Paragraphs>
  <Slides>9</Slides>
  <Notes>7</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9</vt:i4>
      </vt:variant>
    </vt:vector>
  </HeadingPairs>
  <TitlesOfParts>
    <vt:vector size="16" baseType="lpstr">
      <vt:lpstr>Arial</vt:lpstr>
      <vt:lpstr>Calibri</vt:lpstr>
      <vt:lpstr>Calibri Light</vt:lpstr>
      <vt:lpstr>Raleway</vt:lpstr>
      <vt:lpstr>RF Dewi Expanded Black</vt:lpstr>
      <vt:lpstr>Rhythmic RUS</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Антон Цейсновский</dc:creator>
  <cp:lastModifiedBy>Антон Цейсновский</cp:lastModifiedBy>
  <cp:revision>10</cp:revision>
  <dcterms:created xsi:type="dcterms:W3CDTF">2026-03-10T10:39:50Z</dcterms:created>
  <dcterms:modified xsi:type="dcterms:W3CDTF">2026-03-10T12:53:55Z</dcterms:modified>
</cp:coreProperties>
</file>